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4023" r:id="rId6"/>
    <p:sldMasterId id="2147484006" r:id="rId7"/>
  </p:sldMasterIdLst>
  <p:notesMasterIdLst>
    <p:notesMasterId r:id="rId16"/>
  </p:notesMasterIdLst>
  <p:handoutMasterIdLst>
    <p:handoutMasterId r:id="rId17"/>
  </p:handoutMasterIdLst>
  <p:sldIdLst>
    <p:sldId id="270" r:id="rId8"/>
    <p:sldId id="295" r:id="rId9"/>
    <p:sldId id="305" r:id="rId10"/>
    <p:sldId id="311" r:id="rId11"/>
    <p:sldId id="312" r:id="rId12"/>
    <p:sldId id="308" r:id="rId13"/>
    <p:sldId id="310" r:id="rId14"/>
    <p:sldId id="30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4C"/>
    <a:srgbClr val="FFBC00"/>
    <a:srgbClr val="FFBC38"/>
    <a:srgbClr val="6B04A8"/>
    <a:srgbClr val="AAAAAA"/>
    <a:srgbClr val="3F3F3F"/>
    <a:srgbClr val="C530FF"/>
    <a:srgbClr val="3D1152"/>
    <a:srgbClr val="F70656"/>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80536" autoAdjust="0"/>
  </p:normalViewPr>
  <p:slideViewPr>
    <p:cSldViewPr snapToGrid="0">
      <p:cViewPr varScale="1">
        <p:scale>
          <a:sx n="102" d="100"/>
          <a:sy n="102" d="100"/>
        </p:scale>
        <p:origin x="948" y="132"/>
      </p:cViewPr>
      <p:guideLst>
        <p:guide orient="horz" pos="2160"/>
        <p:guide pos="384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5" Type="http://schemas.openxmlformats.org/officeDocument/2006/relationships/slideMaster" Target="slideMasters/slideMaster1.xml"/><Relationship Id="rId15" Type="http://schemas.openxmlformats.org/officeDocument/2006/relationships/slide" Target="slides/slide8.xml"/><Relationship Id="rId10" Type="http://schemas.openxmlformats.org/officeDocument/2006/relationships/slide" Target="slides/slide3.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419EC5-08BE-4EB9-A338-7F2CBC8BDC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solidFill>
                <a:srgbClr val="000000"/>
              </a:solidFill>
              <a:latin typeface="Muli" panose="00000500000000000000" pitchFamily="2" charset="0"/>
            </a:endParaRPr>
          </a:p>
        </p:txBody>
      </p:sp>
      <p:sp>
        <p:nvSpPr>
          <p:cNvPr id="3" name="Date Placeholder 2">
            <a:extLst>
              <a:ext uri="{FF2B5EF4-FFF2-40B4-BE49-F238E27FC236}">
                <a16:creationId xmlns:a16="http://schemas.microsoft.com/office/drawing/2014/main" id="{1E87C259-B6F1-4776-B031-30227F135A4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A9BFF2-C90B-477E-9715-1B23DA4420F9}" type="datetimeFigureOut">
              <a:rPr lang="en-US">
                <a:solidFill>
                  <a:srgbClr val="000000"/>
                </a:solidFill>
                <a:latin typeface="Muli" panose="00000500000000000000" pitchFamily="2" charset="0"/>
              </a:rPr>
              <a:t>9/9/2026</a:t>
            </a:fld>
            <a:endParaRPr lang="en-US" dirty="0">
              <a:solidFill>
                <a:srgbClr val="000000"/>
              </a:solidFill>
              <a:latin typeface="Muli" panose="00000500000000000000" pitchFamily="2" charset="0"/>
            </a:endParaRPr>
          </a:p>
        </p:txBody>
      </p:sp>
      <p:sp>
        <p:nvSpPr>
          <p:cNvPr id="4" name="Footer Placeholder 3">
            <a:extLst>
              <a:ext uri="{FF2B5EF4-FFF2-40B4-BE49-F238E27FC236}">
                <a16:creationId xmlns:a16="http://schemas.microsoft.com/office/drawing/2014/main" id="{2D64F7A4-77BF-4E91-98A1-943775ED105B}"/>
              </a:ext>
            </a:extLst>
          </p:cNvPr>
          <p:cNvSpPr>
            <a:spLocks noGrp="1"/>
          </p:cNvSpPr>
          <p:nvPr>
            <p:ph type="ftr" sz="quarter" idx="2"/>
          </p:nvPr>
        </p:nvSpPr>
        <p:spPr>
          <a:xfrm>
            <a:off x="-1" y="8685213"/>
            <a:ext cx="3506209" cy="458787"/>
          </a:xfrm>
          <a:prstGeom prst="rect">
            <a:avLst/>
          </a:prstGeom>
        </p:spPr>
        <p:txBody>
          <a:bodyPr vert="horz" lIns="91440" tIns="45720" rIns="91440" bIns="45720" rtlCol="0" anchor="b"/>
          <a:lstStyle>
            <a:lvl1pPr algn="l">
              <a:defRPr sz="1200"/>
            </a:lvl1pPr>
          </a:lstStyle>
          <a:p>
            <a:pPr lvl="0"/>
            <a:r>
              <a:rPr lang="en-GB" sz="800" dirty="0">
                <a:solidFill>
                  <a:srgbClr val="000000"/>
                </a:solidFill>
                <a:latin typeface="Muli" panose="00000500000000000000" pitchFamily="2" charset="0"/>
              </a:rPr>
              <a:t>© 2019 AVEVA Group plc and its subsidiaries. All rights reserved.</a:t>
            </a:r>
          </a:p>
        </p:txBody>
      </p:sp>
      <p:sp>
        <p:nvSpPr>
          <p:cNvPr id="5" name="Slide Number Placeholder 4">
            <a:extLst>
              <a:ext uri="{FF2B5EF4-FFF2-40B4-BE49-F238E27FC236}">
                <a16:creationId xmlns:a16="http://schemas.microsoft.com/office/drawing/2014/main" id="{4055DACD-0D51-435C-8D26-DF12C905B20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EC808D-8967-49DA-A39C-3A758999D91A}" type="slidenum">
              <a:rPr lang="en-US" sz="800">
                <a:solidFill>
                  <a:srgbClr val="000000"/>
                </a:solidFill>
                <a:latin typeface="Muli" panose="00000500000000000000" pitchFamily="2" charset="0"/>
              </a:rPr>
              <a:t>‹#›</a:t>
            </a:fld>
            <a:endParaRPr lang="en-US" sz="800" dirty="0">
              <a:solidFill>
                <a:srgbClr val="000000"/>
              </a:solidFill>
              <a:latin typeface="Muli" panose="00000500000000000000" pitchFamily="2" charset="0"/>
            </a:endParaRPr>
          </a:p>
        </p:txBody>
      </p:sp>
    </p:spTree>
    <p:extLst>
      <p:ext uri="{BB962C8B-B14F-4D97-AF65-F5344CB8AC3E}">
        <p14:creationId xmlns:p14="http://schemas.microsoft.com/office/powerpoint/2010/main" val="37695800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kern="1200">
                <a:solidFill>
                  <a:srgbClr val="000000"/>
                </a:solidFill>
                <a:latin typeface="Muli" panose="00000500000000000000" pitchFamily="2" charset="0"/>
                <a:ea typeface="+mn-ea"/>
                <a:cs typeface="+mn-cs"/>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n-GB" sz="1200" kern="1200" smtClean="0">
                <a:solidFill>
                  <a:srgbClr val="000000"/>
                </a:solidFill>
                <a:latin typeface="Muli" panose="00000500000000000000" pitchFamily="2" charset="0"/>
                <a:ea typeface="+mn-ea"/>
                <a:cs typeface="+mn-cs"/>
              </a:defRPr>
            </a:lvl1pPr>
          </a:lstStyle>
          <a:p>
            <a:fld id="{F54DED76-5D38-41BF-9AF2-709E5C06511E}" type="datetimeFigureOut">
              <a:rPr lang="en-US" smtClean="0"/>
              <a:pPr/>
              <a:t>9/9/2026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8685213"/>
            <a:ext cx="3276095" cy="458787"/>
          </a:xfrm>
          <a:prstGeom prst="rect">
            <a:avLst/>
          </a:prstGeom>
        </p:spPr>
        <p:txBody>
          <a:bodyPr vert="horz" lIns="91440" tIns="45720" rIns="91440" bIns="45720" rtlCol="0" anchor="b"/>
          <a:lstStyle>
            <a:lvl1pPr algn="l">
              <a:defRPr sz="1200"/>
            </a:lvl1pPr>
          </a:lstStyle>
          <a:p>
            <a:r>
              <a:rPr lang="en-GB" sz="800" dirty="0">
                <a:solidFill>
                  <a:srgbClr val="000000"/>
                </a:solidFill>
                <a:latin typeface="Muli" panose="00000500000000000000" pitchFamily="2" charset="0"/>
              </a:rPr>
              <a:t>© 2019 AVEVA Group plc and its subsidiaries.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n-GB" sz="800" kern="1200" smtClean="0">
                <a:solidFill>
                  <a:srgbClr val="000000"/>
                </a:solidFill>
                <a:latin typeface="Muli" panose="00000500000000000000" pitchFamily="2" charset="0"/>
                <a:ea typeface="+mn-ea"/>
                <a:cs typeface="+mn-cs"/>
              </a:defRPr>
            </a:lvl1pPr>
          </a:lstStyle>
          <a:p>
            <a:fld id="{70234E84-C538-456E-9D17-5DEAA57ABBDE}" type="slidenum">
              <a:rPr lang="en-US" smtClean="0"/>
              <a:pPr/>
              <a:t>‹#›</a:t>
            </a:fld>
            <a:endParaRPr lang="en-US" dirty="0"/>
          </a:p>
        </p:txBody>
      </p:sp>
    </p:spTree>
    <p:extLst>
      <p:ext uri="{BB962C8B-B14F-4D97-AF65-F5344CB8AC3E}">
        <p14:creationId xmlns:p14="http://schemas.microsoft.com/office/powerpoint/2010/main" val="1561402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uli" panose="00000500000000000000" pitchFamily="2" charset="0"/>
        <a:ea typeface="+mn-ea"/>
        <a:cs typeface="+mn-cs"/>
      </a:defRPr>
    </a:lvl1pPr>
    <a:lvl2pPr marL="457200" algn="l" defTabSz="914400" rtl="0" eaLnBrk="1" latinLnBrk="0" hangingPunct="1">
      <a:defRPr sz="1200" kern="1200">
        <a:solidFill>
          <a:schemeClr val="tx1"/>
        </a:solidFill>
        <a:latin typeface="Muli" panose="00000500000000000000" pitchFamily="2" charset="0"/>
        <a:ea typeface="+mn-ea"/>
        <a:cs typeface="+mn-cs"/>
      </a:defRPr>
    </a:lvl2pPr>
    <a:lvl3pPr marL="914400" algn="l" defTabSz="914400" rtl="0" eaLnBrk="1" latinLnBrk="0" hangingPunct="1">
      <a:defRPr sz="1200" kern="1200">
        <a:solidFill>
          <a:schemeClr val="tx1"/>
        </a:solidFill>
        <a:latin typeface="Muli" panose="00000500000000000000" pitchFamily="2" charset="0"/>
        <a:ea typeface="+mn-ea"/>
        <a:cs typeface="+mn-cs"/>
      </a:defRPr>
    </a:lvl3pPr>
    <a:lvl4pPr marL="1371600" algn="l" defTabSz="914400" rtl="0" eaLnBrk="1" latinLnBrk="0" hangingPunct="1">
      <a:defRPr sz="1200" kern="1200">
        <a:solidFill>
          <a:schemeClr val="tx1"/>
        </a:solidFill>
        <a:latin typeface="Muli" panose="00000500000000000000" pitchFamily="2" charset="0"/>
        <a:ea typeface="+mn-ea"/>
        <a:cs typeface="+mn-cs"/>
      </a:defRPr>
    </a:lvl4pPr>
    <a:lvl5pPr marL="1828800" algn="l" defTabSz="914400" rtl="0" eaLnBrk="1" latinLnBrk="0" hangingPunct="1">
      <a:defRPr sz="1200" kern="1200">
        <a:solidFill>
          <a:schemeClr val="tx1"/>
        </a:solidFill>
        <a:latin typeface="Muli"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0234E84-C538-456E-9D17-5DEAA57ABBDE}" type="slidenum">
              <a:rPr lang="en-GB" smtClean="0"/>
              <a:t>1</a:t>
            </a:fld>
            <a:endParaRPr lang="en-GB" dirty="0"/>
          </a:p>
        </p:txBody>
      </p:sp>
    </p:spTree>
    <p:extLst>
      <p:ext uri="{BB962C8B-B14F-4D97-AF65-F5344CB8AC3E}">
        <p14:creationId xmlns:p14="http://schemas.microsoft.com/office/powerpoint/2010/main" val="2638093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234E84-C538-456E-9D17-5DEAA57ABBDE}" type="slidenum">
              <a:rPr lang="en-US" smtClean="0"/>
              <a:pPr/>
              <a:t>2</a:t>
            </a:fld>
            <a:endParaRPr lang="en-US" dirty="0"/>
          </a:p>
        </p:txBody>
      </p:sp>
    </p:spTree>
    <p:extLst>
      <p:ext uri="{BB962C8B-B14F-4D97-AF65-F5344CB8AC3E}">
        <p14:creationId xmlns:p14="http://schemas.microsoft.com/office/powerpoint/2010/main" val="2413490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234E84-C538-456E-9D17-5DEAA57ABBDE}" type="slidenum">
              <a:rPr lang="en-US" smtClean="0"/>
              <a:pPr/>
              <a:t>3</a:t>
            </a:fld>
            <a:endParaRPr lang="en-US" dirty="0"/>
          </a:p>
        </p:txBody>
      </p:sp>
    </p:spTree>
    <p:extLst>
      <p:ext uri="{BB962C8B-B14F-4D97-AF65-F5344CB8AC3E}">
        <p14:creationId xmlns:p14="http://schemas.microsoft.com/office/powerpoint/2010/main" val="4235237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234E84-C538-456E-9D17-5DEAA57ABBDE}" type="slidenum">
              <a:rPr lang="en-US" smtClean="0"/>
              <a:pPr/>
              <a:t>4</a:t>
            </a:fld>
            <a:endParaRPr lang="en-US" dirty="0"/>
          </a:p>
        </p:txBody>
      </p:sp>
    </p:spTree>
    <p:extLst>
      <p:ext uri="{BB962C8B-B14F-4D97-AF65-F5344CB8AC3E}">
        <p14:creationId xmlns:p14="http://schemas.microsoft.com/office/powerpoint/2010/main" val="4193761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234E84-C538-456E-9D17-5DEAA57ABBDE}" type="slidenum">
              <a:rPr lang="en-US" smtClean="0"/>
              <a:pPr/>
              <a:t>5</a:t>
            </a:fld>
            <a:endParaRPr lang="en-US" dirty="0"/>
          </a:p>
        </p:txBody>
      </p:sp>
    </p:spTree>
    <p:extLst>
      <p:ext uri="{BB962C8B-B14F-4D97-AF65-F5344CB8AC3E}">
        <p14:creationId xmlns:p14="http://schemas.microsoft.com/office/powerpoint/2010/main" val="2992550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234E84-C538-456E-9D17-5DEAA57ABBDE}" type="slidenum">
              <a:rPr lang="en-US" smtClean="0"/>
              <a:pPr/>
              <a:t>6</a:t>
            </a:fld>
            <a:endParaRPr lang="en-US" dirty="0"/>
          </a:p>
        </p:txBody>
      </p:sp>
    </p:spTree>
    <p:extLst>
      <p:ext uri="{BB962C8B-B14F-4D97-AF65-F5344CB8AC3E}">
        <p14:creationId xmlns:p14="http://schemas.microsoft.com/office/powerpoint/2010/main" val="2994325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234E84-C538-456E-9D17-5DEAA57ABBDE}" type="slidenum">
              <a:rPr lang="en-US" smtClean="0"/>
              <a:pPr/>
              <a:t>7</a:t>
            </a:fld>
            <a:endParaRPr lang="en-US" dirty="0"/>
          </a:p>
        </p:txBody>
      </p:sp>
    </p:spTree>
    <p:extLst>
      <p:ext uri="{BB962C8B-B14F-4D97-AF65-F5344CB8AC3E}">
        <p14:creationId xmlns:p14="http://schemas.microsoft.com/office/powerpoint/2010/main" val="900644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0234E84-C538-456E-9D17-5DEAA57ABBDE}" type="slidenum">
              <a:rPr lang="en-GB" smtClean="0"/>
              <a:t>8</a:t>
            </a:fld>
            <a:endParaRPr lang="en-GB" dirty="0"/>
          </a:p>
        </p:txBody>
      </p:sp>
    </p:spTree>
    <p:extLst>
      <p:ext uri="{BB962C8B-B14F-4D97-AF65-F5344CB8AC3E}">
        <p14:creationId xmlns:p14="http://schemas.microsoft.com/office/powerpoint/2010/main" val="1896396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0" y="587361"/>
            <a:ext cx="11185080" cy="804198"/>
          </a:xfrm>
        </p:spPr>
        <p:txBody>
          <a:bodyPr wrap="square" tIns="0" bIns="0"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504000" y="1929383"/>
            <a:ext cx="11185080" cy="4171165"/>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cxnSp>
        <p:nvCxnSpPr>
          <p:cNvPr id="6" name="Straight Connector 5">
            <a:extLst>
              <a:ext uri="{FF2B5EF4-FFF2-40B4-BE49-F238E27FC236}">
                <a16:creationId xmlns:a16="http://schemas.microsoft.com/office/drawing/2014/main" id="{0E60D98B-EF2F-4F66-BDC3-D6083617DF31}"/>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8" name="Text Placeholder 7">
            <a:extLst>
              <a:ext uri="{FF2B5EF4-FFF2-40B4-BE49-F238E27FC236}">
                <a16:creationId xmlns:a16="http://schemas.microsoft.com/office/drawing/2014/main" id="{2D2CB7B5-7609-4CEF-BB73-071C9A965173}"/>
              </a:ext>
            </a:extLst>
          </p:cNvPr>
          <p:cNvSpPr>
            <a:spLocks noGrp="1"/>
          </p:cNvSpPr>
          <p:nvPr>
            <p:ph type="body" sz="quarter" idx="13" hasCustomPrompt="1"/>
          </p:nvPr>
        </p:nvSpPr>
        <p:spPr>
          <a:xfrm>
            <a:off x="504000" y="1426464"/>
            <a:ext cx="11183112"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spTree>
    <p:extLst>
      <p:ext uri="{BB962C8B-B14F-4D97-AF65-F5344CB8AC3E}">
        <p14:creationId xmlns:p14="http://schemas.microsoft.com/office/powerpoint/2010/main" val="918060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0" y="587361"/>
            <a:ext cx="1118508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7" name="Text Placeholder 7">
            <a:extLst>
              <a:ext uri="{FF2B5EF4-FFF2-40B4-BE49-F238E27FC236}">
                <a16:creationId xmlns:a16="http://schemas.microsoft.com/office/drawing/2014/main" id="{7E777591-E36C-4055-B5FF-2F0E7E02A135}"/>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cxnSp>
        <p:nvCxnSpPr>
          <p:cNvPr id="9" name="Straight Connector 8">
            <a:extLst>
              <a:ext uri="{FF2B5EF4-FFF2-40B4-BE49-F238E27FC236}">
                <a16:creationId xmlns:a16="http://schemas.microsoft.com/office/drawing/2014/main" id="{68F5FB39-87CC-461F-8734-808C0D36A755}"/>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871851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2851160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s option">
    <p:bg>
      <p:bgPr>
        <a:solidFill>
          <a:schemeClr val="tx2"/>
        </a:solidFill>
        <a:effectLst/>
      </p:bgPr>
    </p:bg>
    <p:spTree>
      <p:nvGrpSpPr>
        <p:cNvPr id="1" name=""/>
        <p:cNvGrpSpPr/>
        <p:nvPr/>
      </p:nvGrpSpPr>
      <p:grpSpPr>
        <a:xfrm>
          <a:off x="0" y="0"/>
          <a:ext cx="0" cy="0"/>
          <a:chOff x="0" y="0"/>
          <a:chExt cx="0" cy="0"/>
        </a:xfrm>
      </p:grpSpPr>
      <p:sp>
        <p:nvSpPr>
          <p:cNvPr id="25" name="Picture Placeholder 3">
            <a:extLst>
              <a:ext uri="{FF2B5EF4-FFF2-40B4-BE49-F238E27FC236}">
                <a16:creationId xmlns:a16="http://schemas.microsoft.com/office/drawing/2014/main" id="{FC293AC8-10B8-4969-B6D2-FA05ED9AE145}"/>
              </a:ext>
            </a:extLst>
          </p:cNvPr>
          <p:cNvSpPr>
            <a:spLocks noGrp="1"/>
          </p:cNvSpPr>
          <p:nvPr>
            <p:ph type="pic" sz="quarter" idx="15" hasCustomPrompt="1"/>
          </p:nvPr>
        </p:nvSpPr>
        <p:spPr>
          <a:xfrm>
            <a:off x="6215790" y="0"/>
            <a:ext cx="5976209" cy="6879600"/>
          </a:xfrm>
          <a:prstGeom prst="rect">
            <a:avLst/>
          </a:prstGeom>
          <a:solidFill>
            <a:schemeClr val="tx1">
              <a:alpha val="10000"/>
            </a:schemeClr>
          </a:solidFill>
          <a:ln>
            <a:noFill/>
          </a:ln>
        </p:spPr>
        <p:txBody>
          <a:bodyPr anchor="ctr"/>
          <a:lstStyle>
            <a:lvl1pPr marL="0" indent="0" algn="ctr">
              <a:buNone/>
              <a:defRPr sz="2000">
                <a:solidFill>
                  <a:schemeClr val="bg1"/>
                </a:solidFill>
                <a:latin typeface="Calibri" panose="020F0502020204030204" pitchFamily="34" charset="0"/>
                <a:cs typeface="Calibri" panose="020F0502020204030204" pitchFamily="34" charset="0"/>
              </a:defRPr>
            </a:lvl1pPr>
          </a:lstStyle>
          <a:p>
            <a:r>
              <a:rPr lang="en-GB" dirty="0"/>
              <a:t>Click icon to Insert Image</a:t>
            </a:r>
          </a:p>
        </p:txBody>
      </p:sp>
      <p:sp>
        <p:nvSpPr>
          <p:cNvPr id="4" name="Rectangle 3">
            <a:extLst>
              <a:ext uri="{FF2B5EF4-FFF2-40B4-BE49-F238E27FC236}">
                <a16:creationId xmlns:a16="http://schemas.microsoft.com/office/drawing/2014/main" id="{A5EFC472-B181-42A3-86B6-FB057E93808E}"/>
              </a:ext>
            </a:extLst>
          </p:cNvPr>
          <p:cNvSpPr/>
          <p:nvPr userDrawn="1"/>
        </p:nvSpPr>
        <p:spPr>
          <a:xfrm>
            <a:off x="0" y="0"/>
            <a:ext cx="621579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504000" y="587361"/>
            <a:ext cx="534924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504000" y="1929384"/>
            <a:ext cx="5349240" cy="4169664"/>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17" name="TextBox 16">
            <a:extLst>
              <a:ext uri="{FF2B5EF4-FFF2-40B4-BE49-F238E27FC236}">
                <a16:creationId xmlns:a16="http://schemas.microsoft.com/office/drawing/2014/main" id="{7E5A9918-D0F1-4E3A-BC00-0A470C1DFF2D}"/>
              </a:ext>
            </a:extLst>
          </p:cNvPr>
          <p:cNvSpPr txBox="1"/>
          <p:nvPr userDrawn="1"/>
        </p:nvSpPr>
        <p:spPr>
          <a:xfrm>
            <a:off x="6215791" y="6957236"/>
            <a:ext cx="5976209" cy="1015663"/>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either a “Micro” view image or a People image, available via folders of the same names in the image library.) </a:t>
            </a:r>
            <a:r>
              <a:rPr lang="en-GB" sz="1000" b="0" dirty="0">
                <a:solidFill>
                  <a:schemeClr val="tx1">
                    <a:lumMod val="85000"/>
                    <a:lumOff val="1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tx1">
                  <a:lumMod val="85000"/>
                  <a:lumOff val="15000"/>
                </a:schemeClr>
              </a:solidFill>
              <a:latin typeface="Calibri" panose="020F0502020204030204" pitchFamily="34" charset="0"/>
              <a:cs typeface="Calibri" panose="020F0502020204030204" pitchFamily="34" charset="0"/>
            </a:endParaRPr>
          </a:p>
        </p:txBody>
      </p:sp>
      <p:sp>
        <p:nvSpPr>
          <p:cNvPr id="24" name="Text Placeholder 7">
            <a:extLst>
              <a:ext uri="{FF2B5EF4-FFF2-40B4-BE49-F238E27FC236}">
                <a16:creationId xmlns:a16="http://schemas.microsoft.com/office/drawing/2014/main" id="{3D535C17-924C-483D-B45F-06D6DFE97419}"/>
              </a:ext>
            </a:extLst>
          </p:cNvPr>
          <p:cNvSpPr>
            <a:spLocks noGrp="1"/>
          </p:cNvSpPr>
          <p:nvPr>
            <p:ph type="body" sz="quarter" idx="13" hasCustomPrompt="1"/>
          </p:nvPr>
        </p:nvSpPr>
        <p:spPr>
          <a:xfrm>
            <a:off x="504000" y="1426463"/>
            <a:ext cx="5349240"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grpSp>
        <p:nvGrpSpPr>
          <p:cNvPr id="26" name="Group 51">
            <a:extLst>
              <a:ext uri="{FF2B5EF4-FFF2-40B4-BE49-F238E27FC236}">
                <a16:creationId xmlns:a16="http://schemas.microsoft.com/office/drawing/2014/main" id="{96BEBC43-1AFF-426E-8856-81AD71266147}"/>
              </a:ext>
            </a:extLst>
          </p:cNvPr>
          <p:cNvGrpSpPr>
            <a:grpSpLocks noChangeAspect="1"/>
          </p:cNvGrpSpPr>
          <p:nvPr userDrawn="1"/>
        </p:nvGrpSpPr>
        <p:grpSpPr bwMode="auto">
          <a:xfrm>
            <a:off x="10539492" y="6305176"/>
            <a:ext cx="1149588" cy="267392"/>
            <a:chOff x="3618" y="2108"/>
            <a:chExt cx="589" cy="137"/>
          </a:xfrm>
          <a:solidFill>
            <a:schemeClr val="bg1"/>
          </a:solidFill>
        </p:grpSpPr>
        <p:sp>
          <p:nvSpPr>
            <p:cNvPr id="27" name="Freeform 52">
              <a:extLst>
                <a:ext uri="{FF2B5EF4-FFF2-40B4-BE49-F238E27FC236}">
                  <a16:creationId xmlns:a16="http://schemas.microsoft.com/office/drawing/2014/main" id="{9E9EB75E-8DF8-48B4-81FC-410AA4DBD76E}"/>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8" name="Freeform 53">
              <a:extLst>
                <a:ext uri="{FF2B5EF4-FFF2-40B4-BE49-F238E27FC236}">
                  <a16:creationId xmlns:a16="http://schemas.microsoft.com/office/drawing/2014/main" id="{893D81EB-F2E3-46AC-8EE0-EA2392D45D2B}"/>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9" name="Freeform 54">
              <a:extLst>
                <a:ext uri="{FF2B5EF4-FFF2-40B4-BE49-F238E27FC236}">
                  <a16:creationId xmlns:a16="http://schemas.microsoft.com/office/drawing/2014/main" id="{5B1C3427-1473-4BAC-97B9-2E75F96BD494}"/>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0" name="Freeform 55">
              <a:extLst>
                <a:ext uri="{FF2B5EF4-FFF2-40B4-BE49-F238E27FC236}">
                  <a16:creationId xmlns:a16="http://schemas.microsoft.com/office/drawing/2014/main" id="{BD4764CE-C545-4A1B-8DBD-239E6FE440EA}"/>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1" name="Freeform 56">
              <a:extLst>
                <a:ext uri="{FF2B5EF4-FFF2-40B4-BE49-F238E27FC236}">
                  <a16:creationId xmlns:a16="http://schemas.microsoft.com/office/drawing/2014/main" id="{515E7A94-C618-4112-84E5-1B65B02E0230}"/>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2" name="Freeform 57">
              <a:extLst>
                <a:ext uri="{FF2B5EF4-FFF2-40B4-BE49-F238E27FC236}">
                  <a16:creationId xmlns:a16="http://schemas.microsoft.com/office/drawing/2014/main" id="{2D581845-D7D4-45CA-84A7-9524B66416FF}"/>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3" name="Freeform 58">
              <a:extLst>
                <a:ext uri="{FF2B5EF4-FFF2-40B4-BE49-F238E27FC236}">
                  <a16:creationId xmlns:a16="http://schemas.microsoft.com/office/drawing/2014/main" id="{AFC31AC1-3AB0-45DC-8908-B832100E3584}"/>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4" name="Freeform 59">
              <a:extLst>
                <a:ext uri="{FF2B5EF4-FFF2-40B4-BE49-F238E27FC236}">
                  <a16:creationId xmlns:a16="http://schemas.microsoft.com/office/drawing/2014/main" id="{354F9D23-F6C9-4C05-9ADC-72EDAE922A2A}"/>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cxnSp>
        <p:nvCxnSpPr>
          <p:cNvPr id="22" name="Straight Connector 21">
            <a:extLst>
              <a:ext uri="{FF2B5EF4-FFF2-40B4-BE49-F238E27FC236}">
                <a16:creationId xmlns:a16="http://schemas.microsoft.com/office/drawing/2014/main" id="{A4BEB5D1-C5DD-4BE7-9322-CEA33218FB96}"/>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36" name="Footer Placeholder 4">
            <a:extLst>
              <a:ext uri="{FF2B5EF4-FFF2-40B4-BE49-F238E27FC236}">
                <a16:creationId xmlns:a16="http://schemas.microsoft.com/office/drawing/2014/main" id="{D3DFC3F8-6990-4DE3-8850-B4E037483772}"/>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accent2"/>
                </a:solidFill>
              </a:rPr>
              <a:t>For Internal Use Only</a:t>
            </a:r>
          </a:p>
        </p:txBody>
      </p:sp>
    </p:spTree>
    <p:extLst>
      <p:ext uri="{BB962C8B-B14F-4D97-AF65-F5344CB8AC3E}">
        <p14:creationId xmlns:p14="http://schemas.microsoft.com/office/powerpoint/2010/main" val="4255717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llets option - Right">
    <p:bg>
      <p:bgPr>
        <a:solidFill>
          <a:schemeClr val="tx2"/>
        </a:solidFill>
        <a:effectLst/>
      </p:bgPr>
    </p:bg>
    <p:spTree>
      <p:nvGrpSpPr>
        <p:cNvPr id="1" name=""/>
        <p:cNvGrpSpPr/>
        <p:nvPr/>
      </p:nvGrpSpPr>
      <p:grpSpPr>
        <a:xfrm>
          <a:off x="0" y="0"/>
          <a:ext cx="0" cy="0"/>
          <a:chOff x="0" y="0"/>
          <a:chExt cx="0" cy="0"/>
        </a:xfrm>
      </p:grpSpPr>
      <p:sp>
        <p:nvSpPr>
          <p:cNvPr id="37" name="Picture Placeholder 3">
            <a:extLst>
              <a:ext uri="{FF2B5EF4-FFF2-40B4-BE49-F238E27FC236}">
                <a16:creationId xmlns:a16="http://schemas.microsoft.com/office/drawing/2014/main" id="{9A8A3119-8FBA-4783-8FBD-9A15FFC02902}"/>
              </a:ext>
            </a:extLst>
          </p:cNvPr>
          <p:cNvSpPr>
            <a:spLocks noGrp="1"/>
          </p:cNvSpPr>
          <p:nvPr>
            <p:ph type="pic" sz="quarter" idx="15" hasCustomPrompt="1"/>
          </p:nvPr>
        </p:nvSpPr>
        <p:spPr>
          <a:xfrm>
            <a:off x="1" y="0"/>
            <a:ext cx="5963920" cy="6879600"/>
          </a:xfrm>
          <a:prstGeom prst="rect">
            <a:avLst/>
          </a:prstGeom>
          <a:solidFill>
            <a:schemeClr val="tx1">
              <a:alpha val="10000"/>
            </a:schemeClr>
          </a:solidFill>
          <a:ln>
            <a:noFill/>
          </a:ln>
        </p:spPr>
        <p:txBody>
          <a:bodyPr anchor="ctr"/>
          <a:lstStyle>
            <a:lvl1pPr marL="0" indent="0" algn="ctr">
              <a:buNone/>
              <a:defRPr sz="2000">
                <a:solidFill>
                  <a:schemeClr val="bg1"/>
                </a:solidFill>
                <a:latin typeface="Calibri" panose="020F0502020204030204" pitchFamily="34" charset="0"/>
                <a:cs typeface="Calibri" panose="020F0502020204030204" pitchFamily="34" charset="0"/>
              </a:defRPr>
            </a:lvl1pPr>
          </a:lstStyle>
          <a:p>
            <a:r>
              <a:rPr lang="en-GB" dirty="0"/>
              <a:t>Click icon to Insert Image</a:t>
            </a:r>
          </a:p>
        </p:txBody>
      </p:sp>
      <p:sp>
        <p:nvSpPr>
          <p:cNvPr id="12" name="Rectangle 11">
            <a:extLst>
              <a:ext uri="{FF2B5EF4-FFF2-40B4-BE49-F238E27FC236}">
                <a16:creationId xmlns:a16="http://schemas.microsoft.com/office/drawing/2014/main" id="{34849AE9-3E87-4916-9292-110A15BFC65D}"/>
              </a:ext>
            </a:extLst>
          </p:cNvPr>
          <p:cNvSpPr/>
          <p:nvPr userDrawn="1"/>
        </p:nvSpPr>
        <p:spPr>
          <a:xfrm>
            <a:off x="5963920" y="0"/>
            <a:ext cx="622807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6336792" y="587361"/>
            <a:ext cx="534924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6336792" y="1929384"/>
            <a:ext cx="5349240" cy="4169664"/>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cxnSp>
        <p:nvCxnSpPr>
          <p:cNvPr id="27" name="Straight Connector 26">
            <a:extLst>
              <a:ext uri="{FF2B5EF4-FFF2-40B4-BE49-F238E27FC236}">
                <a16:creationId xmlns:a16="http://schemas.microsoft.com/office/drawing/2014/main" id="{58F97C59-1BB4-49F4-8821-7A523C8862AD}"/>
              </a:ext>
            </a:extLst>
          </p:cNvPr>
          <p:cNvCxnSpPr>
            <a:cxnSpLocks/>
          </p:cNvCxnSpPr>
          <p:nvPr userDrawn="1"/>
        </p:nvCxnSpPr>
        <p:spPr>
          <a:xfrm flipH="1">
            <a:off x="6373368"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26" name="TextBox 25">
            <a:extLst>
              <a:ext uri="{FF2B5EF4-FFF2-40B4-BE49-F238E27FC236}">
                <a16:creationId xmlns:a16="http://schemas.microsoft.com/office/drawing/2014/main" id="{6AF92091-8416-433B-9488-D438A02ED0B7}"/>
              </a:ext>
            </a:extLst>
          </p:cNvPr>
          <p:cNvSpPr txBox="1"/>
          <p:nvPr userDrawn="1"/>
        </p:nvSpPr>
        <p:spPr>
          <a:xfrm>
            <a:off x="0" y="6957236"/>
            <a:ext cx="5976209" cy="707886"/>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either a “Micro” view image or a People image, available via folders of the same names in the image library.) </a:t>
            </a:r>
            <a:r>
              <a:rPr lang="en-GB" sz="1000" b="0" kern="1200" dirty="0">
                <a:solidFill>
                  <a:schemeClr val="tx1">
                    <a:lumMod val="85000"/>
                    <a:lumOff val="15000"/>
                  </a:schemeClr>
                </a:solidFill>
                <a:latin typeface="Calibri" panose="020F0502020204030204" pitchFamily="34" charset="0"/>
                <a:ea typeface="+mn-ea"/>
                <a:cs typeface="Calibri" panose="020F0502020204030204" pitchFamily="34" charset="0"/>
              </a:rPr>
              <a:t>Click the image icon to insert image, then Send to Back. </a:t>
            </a:r>
          </a:p>
        </p:txBody>
      </p:sp>
      <p:sp>
        <p:nvSpPr>
          <p:cNvPr id="25" name="Text Placeholder 7">
            <a:extLst>
              <a:ext uri="{FF2B5EF4-FFF2-40B4-BE49-F238E27FC236}">
                <a16:creationId xmlns:a16="http://schemas.microsoft.com/office/drawing/2014/main" id="{92053DD7-7B95-4D58-8EBA-0F48F7F1E9C6}"/>
              </a:ext>
            </a:extLst>
          </p:cNvPr>
          <p:cNvSpPr>
            <a:spLocks noGrp="1"/>
          </p:cNvSpPr>
          <p:nvPr>
            <p:ph type="body" sz="quarter" idx="13" hasCustomPrompt="1"/>
          </p:nvPr>
        </p:nvSpPr>
        <p:spPr>
          <a:xfrm>
            <a:off x="6336792" y="1426463"/>
            <a:ext cx="5349240"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grpSp>
        <p:nvGrpSpPr>
          <p:cNvPr id="28" name="Group 51">
            <a:extLst>
              <a:ext uri="{FF2B5EF4-FFF2-40B4-BE49-F238E27FC236}">
                <a16:creationId xmlns:a16="http://schemas.microsoft.com/office/drawing/2014/main" id="{0DE8CD78-A93D-4AC7-8764-72D03B50D652}"/>
              </a:ext>
            </a:extLst>
          </p:cNvPr>
          <p:cNvGrpSpPr>
            <a:grpSpLocks noChangeAspect="1"/>
          </p:cNvGrpSpPr>
          <p:nvPr userDrawn="1"/>
        </p:nvGrpSpPr>
        <p:grpSpPr bwMode="auto">
          <a:xfrm>
            <a:off x="10539492" y="6305176"/>
            <a:ext cx="1149588" cy="267392"/>
            <a:chOff x="3618" y="2108"/>
            <a:chExt cx="589" cy="137"/>
          </a:xfrm>
          <a:solidFill>
            <a:schemeClr val="tx2"/>
          </a:solidFill>
        </p:grpSpPr>
        <p:sp>
          <p:nvSpPr>
            <p:cNvPr id="29" name="Freeform 52">
              <a:extLst>
                <a:ext uri="{FF2B5EF4-FFF2-40B4-BE49-F238E27FC236}">
                  <a16:creationId xmlns:a16="http://schemas.microsoft.com/office/drawing/2014/main" id="{BE50E4BD-9251-42C4-BC15-74013B34D813}"/>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0" name="Freeform 53">
              <a:extLst>
                <a:ext uri="{FF2B5EF4-FFF2-40B4-BE49-F238E27FC236}">
                  <a16:creationId xmlns:a16="http://schemas.microsoft.com/office/drawing/2014/main" id="{24F41E04-9249-43FF-85D4-7677D2227489}"/>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1" name="Freeform 54">
              <a:extLst>
                <a:ext uri="{FF2B5EF4-FFF2-40B4-BE49-F238E27FC236}">
                  <a16:creationId xmlns:a16="http://schemas.microsoft.com/office/drawing/2014/main" id="{66DDC8C1-6FC8-4161-82C3-17071F913A29}"/>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2" name="Freeform 55">
              <a:extLst>
                <a:ext uri="{FF2B5EF4-FFF2-40B4-BE49-F238E27FC236}">
                  <a16:creationId xmlns:a16="http://schemas.microsoft.com/office/drawing/2014/main" id="{94D21E7D-696B-4F06-984A-14320C9155B7}"/>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3" name="Freeform 56">
              <a:extLst>
                <a:ext uri="{FF2B5EF4-FFF2-40B4-BE49-F238E27FC236}">
                  <a16:creationId xmlns:a16="http://schemas.microsoft.com/office/drawing/2014/main" id="{BC938D3D-F732-4FC6-B88D-34027CCB0039}"/>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4" name="Freeform 57">
              <a:extLst>
                <a:ext uri="{FF2B5EF4-FFF2-40B4-BE49-F238E27FC236}">
                  <a16:creationId xmlns:a16="http://schemas.microsoft.com/office/drawing/2014/main" id="{65B40BD8-3C31-473A-9447-E6CFCF031170}"/>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5" name="Freeform 58">
              <a:extLst>
                <a:ext uri="{FF2B5EF4-FFF2-40B4-BE49-F238E27FC236}">
                  <a16:creationId xmlns:a16="http://schemas.microsoft.com/office/drawing/2014/main" id="{0EC4BA7E-80F0-4787-928A-FA57A101E41B}"/>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6" name="Freeform 59">
              <a:extLst>
                <a:ext uri="{FF2B5EF4-FFF2-40B4-BE49-F238E27FC236}">
                  <a16:creationId xmlns:a16="http://schemas.microsoft.com/office/drawing/2014/main" id="{1D353F10-702E-4F81-AC2D-D5A1239C4851}"/>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22" name="Footer Placeholder 4">
            <a:extLst>
              <a:ext uri="{FF2B5EF4-FFF2-40B4-BE49-F238E27FC236}">
                <a16:creationId xmlns:a16="http://schemas.microsoft.com/office/drawing/2014/main" id="{E8D47ACE-B2C5-4915-B199-7E9C30BD87DD}"/>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3033332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0" y="587361"/>
            <a:ext cx="1118508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504000" y="1929384"/>
            <a:ext cx="5349240" cy="4169664"/>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5" name="Content Placeholder 4">
            <a:extLst>
              <a:ext uri="{FF2B5EF4-FFF2-40B4-BE49-F238E27FC236}">
                <a16:creationId xmlns:a16="http://schemas.microsoft.com/office/drawing/2014/main" id="{57A88F4B-DE59-4C45-B159-4F58C23B5474}"/>
              </a:ext>
            </a:extLst>
          </p:cNvPr>
          <p:cNvSpPr>
            <a:spLocks noGrp="1"/>
          </p:cNvSpPr>
          <p:nvPr>
            <p:ph sz="quarter" idx="14"/>
          </p:nvPr>
        </p:nvSpPr>
        <p:spPr>
          <a:xfrm>
            <a:off x="6336810" y="1929384"/>
            <a:ext cx="5352270" cy="4169664"/>
          </a:xfrm>
        </p:spPr>
        <p:txBody>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7">
            <a:extLst>
              <a:ext uri="{FF2B5EF4-FFF2-40B4-BE49-F238E27FC236}">
                <a16:creationId xmlns:a16="http://schemas.microsoft.com/office/drawing/2014/main" id="{DB4D8230-D18B-4218-ACED-FE3428F1220E}"/>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cxnSp>
        <p:nvCxnSpPr>
          <p:cNvPr id="10" name="Straight Connector 9">
            <a:extLst>
              <a:ext uri="{FF2B5EF4-FFF2-40B4-BE49-F238E27FC236}">
                <a16:creationId xmlns:a16="http://schemas.microsoft.com/office/drawing/2014/main" id="{8907BD32-5232-413D-85F0-750F09AB8F1A}"/>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811522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0" y="587361"/>
            <a:ext cx="1118508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504000" y="1929384"/>
            <a:ext cx="3560000" cy="4169664"/>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5" name="Content Placeholder 4">
            <a:extLst>
              <a:ext uri="{FF2B5EF4-FFF2-40B4-BE49-F238E27FC236}">
                <a16:creationId xmlns:a16="http://schemas.microsoft.com/office/drawing/2014/main" id="{57A88F4B-DE59-4C45-B159-4F58C23B5474}"/>
              </a:ext>
            </a:extLst>
          </p:cNvPr>
          <p:cNvSpPr>
            <a:spLocks noGrp="1"/>
          </p:cNvSpPr>
          <p:nvPr>
            <p:ph sz="quarter" idx="14"/>
          </p:nvPr>
        </p:nvSpPr>
        <p:spPr>
          <a:xfrm>
            <a:off x="4315460" y="1929384"/>
            <a:ext cx="3561080" cy="4169664"/>
          </a:xfrm>
        </p:spPr>
        <p:txBody>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Content Placeholder 4">
            <a:extLst>
              <a:ext uri="{FF2B5EF4-FFF2-40B4-BE49-F238E27FC236}">
                <a16:creationId xmlns:a16="http://schemas.microsoft.com/office/drawing/2014/main" id="{3379CEFD-F123-4DF5-821E-A5EA037AF89F}"/>
              </a:ext>
            </a:extLst>
          </p:cNvPr>
          <p:cNvSpPr>
            <a:spLocks noGrp="1"/>
          </p:cNvSpPr>
          <p:nvPr>
            <p:ph sz="quarter" idx="15"/>
          </p:nvPr>
        </p:nvSpPr>
        <p:spPr>
          <a:xfrm>
            <a:off x="8128000" y="1929384"/>
            <a:ext cx="3561080" cy="4169664"/>
          </a:xfrm>
        </p:spPr>
        <p:txBody>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7">
            <a:extLst>
              <a:ext uri="{FF2B5EF4-FFF2-40B4-BE49-F238E27FC236}">
                <a16:creationId xmlns:a16="http://schemas.microsoft.com/office/drawing/2014/main" id="{1BED90E6-10F3-4F46-A80E-367509BDA8CC}"/>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cxnSp>
        <p:nvCxnSpPr>
          <p:cNvPr id="11" name="Straight Connector 10">
            <a:extLst>
              <a:ext uri="{FF2B5EF4-FFF2-40B4-BE49-F238E27FC236}">
                <a16:creationId xmlns:a16="http://schemas.microsoft.com/office/drawing/2014/main" id="{5C878C1C-5F6E-4758-94DA-1C96F7F4CD90}"/>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563466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umbered bullets">
    <p:bg>
      <p:bgPr>
        <a:solidFill>
          <a:schemeClr val="tx2"/>
        </a:solidFill>
        <a:effectLst/>
      </p:bgPr>
    </p:bg>
    <p:spTree>
      <p:nvGrpSpPr>
        <p:cNvPr id="1" name=""/>
        <p:cNvGrpSpPr/>
        <p:nvPr/>
      </p:nvGrpSpPr>
      <p:grpSpPr>
        <a:xfrm>
          <a:off x="0" y="0"/>
          <a:ext cx="0" cy="0"/>
          <a:chOff x="0" y="0"/>
          <a:chExt cx="0" cy="0"/>
        </a:xfrm>
      </p:grpSpPr>
      <p:sp>
        <p:nvSpPr>
          <p:cNvPr id="27" name="Picture Placeholder 3">
            <a:extLst>
              <a:ext uri="{FF2B5EF4-FFF2-40B4-BE49-F238E27FC236}">
                <a16:creationId xmlns:a16="http://schemas.microsoft.com/office/drawing/2014/main" id="{6B4653AF-6DD3-47CE-92B6-B0560F7D04D9}"/>
              </a:ext>
            </a:extLst>
          </p:cNvPr>
          <p:cNvSpPr>
            <a:spLocks noGrp="1"/>
          </p:cNvSpPr>
          <p:nvPr>
            <p:ph type="pic" sz="quarter" idx="15" hasCustomPrompt="1"/>
          </p:nvPr>
        </p:nvSpPr>
        <p:spPr>
          <a:xfrm>
            <a:off x="8128000" y="0"/>
            <a:ext cx="4064000" cy="6879600"/>
          </a:xfrm>
          <a:prstGeom prst="rect">
            <a:avLst/>
          </a:prstGeom>
          <a:solidFill>
            <a:schemeClr val="tx1">
              <a:alpha val="10000"/>
            </a:schemeClr>
          </a:solidFill>
          <a:ln>
            <a:noFill/>
          </a:ln>
        </p:spPr>
        <p:txBody>
          <a:bodyPr anchor="ctr"/>
          <a:lstStyle>
            <a:lvl1pPr marL="0" indent="0" algn="ctr">
              <a:buNone/>
              <a:defRPr sz="2000">
                <a:solidFill>
                  <a:schemeClr val="bg1"/>
                </a:solidFill>
                <a:latin typeface="Calibri" panose="020F0502020204030204" pitchFamily="34" charset="0"/>
                <a:cs typeface="Calibri" panose="020F0502020204030204" pitchFamily="34" charset="0"/>
              </a:defRPr>
            </a:lvl1pPr>
          </a:lstStyle>
          <a:p>
            <a:r>
              <a:rPr lang="en-GB" dirty="0"/>
              <a:t>Click icon to Insert Image</a:t>
            </a:r>
          </a:p>
        </p:txBody>
      </p:sp>
      <p:sp>
        <p:nvSpPr>
          <p:cNvPr id="2" name="Rectangle 1">
            <a:extLst>
              <a:ext uri="{FF2B5EF4-FFF2-40B4-BE49-F238E27FC236}">
                <a16:creationId xmlns:a16="http://schemas.microsoft.com/office/drawing/2014/main" id="{AB38D0C3-A32B-4074-9BD4-B95C01963138}"/>
              </a:ext>
            </a:extLst>
          </p:cNvPr>
          <p:cNvSpPr/>
          <p:nvPr userDrawn="1"/>
        </p:nvSpPr>
        <p:spPr>
          <a:xfrm>
            <a:off x="0" y="0"/>
            <a:ext cx="8128000" cy="6869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504000" y="5665258"/>
            <a:ext cx="7246270" cy="433790"/>
          </a:xfrm>
        </p:spPr>
        <p:txBody>
          <a:bodyPr anchor="b">
            <a:noAutofit/>
          </a:bodyPr>
          <a:lstStyle>
            <a:lvl1pPr marL="0" indent="0">
              <a:lnSpc>
                <a:spcPts val="1200"/>
              </a:lnSpc>
              <a:spcAft>
                <a:spcPts val="0"/>
              </a:spcAft>
              <a:buNone/>
              <a:defRPr sz="1000" b="0" cap="none" baseline="0">
                <a:solidFill>
                  <a:schemeClr val="tx1"/>
                </a:solidFill>
                <a:latin typeface="Calibri" panose="020F0502020204030204" pitchFamily="34" charset="0"/>
                <a:cs typeface="Calibri" panose="020F0502020204030204" pitchFamily="34" charset="0"/>
              </a:defRPr>
            </a:lvl1pPr>
          </a:lstStyle>
          <a:p>
            <a:pPr lvl="0"/>
            <a:r>
              <a:rPr lang="en-US"/>
              <a:t>Insert Reference, Source or Caption text</a:t>
            </a:r>
          </a:p>
        </p:txBody>
      </p:sp>
      <p:sp>
        <p:nvSpPr>
          <p:cNvPr id="19" name="Footer Placeholder 4">
            <a:extLst>
              <a:ext uri="{FF2B5EF4-FFF2-40B4-BE49-F238E27FC236}">
                <a16:creationId xmlns:a16="http://schemas.microsoft.com/office/drawing/2014/main" id="{102D9270-702A-48DF-8890-CC27934A2F6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Slide Number Placeholder 5">
            <a:extLst>
              <a:ext uri="{FF2B5EF4-FFF2-40B4-BE49-F238E27FC236}">
                <a16:creationId xmlns:a16="http://schemas.microsoft.com/office/drawing/2014/main" id="{1F43B717-A489-41E2-93A6-35A204CA0733}"/>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9" name="Title 1">
            <a:extLst>
              <a:ext uri="{FF2B5EF4-FFF2-40B4-BE49-F238E27FC236}">
                <a16:creationId xmlns:a16="http://schemas.microsoft.com/office/drawing/2014/main" id="{6BBD6827-614C-42E5-AB0C-CBB03453A08F}"/>
              </a:ext>
            </a:extLst>
          </p:cNvPr>
          <p:cNvSpPr>
            <a:spLocks noGrp="1"/>
          </p:cNvSpPr>
          <p:nvPr>
            <p:ph type="title" hasCustomPrompt="1"/>
          </p:nvPr>
        </p:nvSpPr>
        <p:spPr>
          <a:xfrm>
            <a:off x="504000" y="587361"/>
            <a:ext cx="724519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10" name="Content Placeholder 2">
            <a:extLst>
              <a:ext uri="{FF2B5EF4-FFF2-40B4-BE49-F238E27FC236}">
                <a16:creationId xmlns:a16="http://schemas.microsoft.com/office/drawing/2014/main" id="{D6F9BD08-D865-4502-9C7F-906139AAD7DD}"/>
              </a:ext>
            </a:extLst>
          </p:cNvPr>
          <p:cNvSpPr>
            <a:spLocks noGrp="1"/>
          </p:cNvSpPr>
          <p:nvPr>
            <p:ph idx="1"/>
          </p:nvPr>
        </p:nvSpPr>
        <p:spPr>
          <a:xfrm>
            <a:off x="504000" y="1929384"/>
            <a:ext cx="7245190" cy="3659219"/>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Box 25">
            <a:extLst>
              <a:ext uri="{FF2B5EF4-FFF2-40B4-BE49-F238E27FC236}">
                <a16:creationId xmlns:a16="http://schemas.microsoft.com/office/drawing/2014/main" id="{EDBC5502-C42F-42D3-88E6-899DA36A4255}"/>
              </a:ext>
            </a:extLst>
          </p:cNvPr>
          <p:cNvSpPr txBox="1"/>
          <p:nvPr userDrawn="1"/>
        </p:nvSpPr>
        <p:spPr>
          <a:xfrm>
            <a:off x="8128000" y="6957236"/>
            <a:ext cx="4064000" cy="1323439"/>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Adding an image (recommended):</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a “Macro” view image, available via folders of the same names in the image library.) </a:t>
            </a:r>
            <a:r>
              <a:rPr lang="en-GB" sz="1000" b="0" kern="1200" dirty="0">
                <a:solidFill>
                  <a:schemeClr val="tx1">
                    <a:lumMod val="85000"/>
                    <a:lumOff val="15000"/>
                  </a:schemeClr>
                </a:solidFill>
                <a:latin typeface="Calibri" panose="020F0502020204030204" pitchFamily="34" charset="0"/>
                <a:ea typeface="+mn-ea"/>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p>
        </p:txBody>
      </p:sp>
      <p:sp>
        <p:nvSpPr>
          <p:cNvPr id="22" name="Text Placeholder 7">
            <a:extLst>
              <a:ext uri="{FF2B5EF4-FFF2-40B4-BE49-F238E27FC236}">
                <a16:creationId xmlns:a16="http://schemas.microsoft.com/office/drawing/2014/main" id="{B17325C0-924A-43CB-9ADA-AD51C9BF878C}"/>
              </a:ext>
            </a:extLst>
          </p:cNvPr>
          <p:cNvSpPr>
            <a:spLocks noGrp="1"/>
          </p:cNvSpPr>
          <p:nvPr>
            <p:ph type="body" sz="quarter" idx="13" hasCustomPrompt="1"/>
          </p:nvPr>
        </p:nvSpPr>
        <p:spPr>
          <a:xfrm>
            <a:off x="504000" y="1426463"/>
            <a:ext cx="7242048"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grpSp>
        <p:nvGrpSpPr>
          <p:cNvPr id="28" name="Group 51">
            <a:extLst>
              <a:ext uri="{FF2B5EF4-FFF2-40B4-BE49-F238E27FC236}">
                <a16:creationId xmlns:a16="http://schemas.microsoft.com/office/drawing/2014/main" id="{DEDA6CDF-6C76-4D61-94E0-2430E42AB224}"/>
              </a:ext>
            </a:extLst>
          </p:cNvPr>
          <p:cNvGrpSpPr>
            <a:grpSpLocks noChangeAspect="1"/>
          </p:cNvGrpSpPr>
          <p:nvPr userDrawn="1"/>
        </p:nvGrpSpPr>
        <p:grpSpPr bwMode="auto">
          <a:xfrm>
            <a:off x="10539492" y="6305176"/>
            <a:ext cx="1149588" cy="267392"/>
            <a:chOff x="3618" y="2108"/>
            <a:chExt cx="589" cy="137"/>
          </a:xfrm>
          <a:solidFill>
            <a:schemeClr val="bg1"/>
          </a:solidFill>
        </p:grpSpPr>
        <p:sp>
          <p:nvSpPr>
            <p:cNvPr id="29" name="Freeform 52">
              <a:extLst>
                <a:ext uri="{FF2B5EF4-FFF2-40B4-BE49-F238E27FC236}">
                  <a16:creationId xmlns:a16="http://schemas.microsoft.com/office/drawing/2014/main" id="{EF599CC6-DDE2-4A9A-B95E-831D25B59CEF}"/>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0" name="Freeform 53">
              <a:extLst>
                <a:ext uri="{FF2B5EF4-FFF2-40B4-BE49-F238E27FC236}">
                  <a16:creationId xmlns:a16="http://schemas.microsoft.com/office/drawing/2014/main" id="{7E58BE6C-8482-44EA-941F-F43EC824A6D5}"/>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1" name="Freeform 54">
              <a:extLst>
                <a:ext uri="{FF2B5EF4-FFF2-40B4-BE49-F238E27FC236}">
                  <a16:creationId xmlns:a16="http://schemas.microsoft.com/office/drawing/2014/main" id="{F31475DF-889F-4319-AF75-5DCBEEE40A02}"/>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2" name="Freeform 55">
              <a:extLst>
                <a:ext uri="{FF2B5EF4-FFF2-40B4-BE49-F238E27FC236}">
                  <a16:creationId xmlns:a16="http://schemas.microsoft.com/office/drawing/2014/main" id="{B402080B-D5E2-467D-B342-D42F2D3F184B}"/>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3" name="Freeform 56">
              <a:extLst>
                <a:ext uri="{FF2B5EF4-FFF2-40B4-BE49-F238E27FC236}">
                  <a16:creationId xmlns:a16="http://schemas.microsoft.com/office/drawing/2014/main" id="{BABD0B67-D683-4483-A763-79BA7385735D}"/>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4" name="Freeform 57">
              <a:extLst>
                <a:ext uri="{FF2B5EF4-FFF2-40B4-BE49-F238E27FC236}">
                  <a16:creationId xmlns:a16="http://schemas.microsoft.com/office/drawing/2014/main" id="{83F57F2F-6125-45C4-BBA7-6DF48CAB78F5}"/>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5" name="Freeform 58">
              <a:extLst>
                <a:ext uri="{FF2B5EF4-FFF2-40B4-BE49-F238E27FC236}">
                  <a16:creationId xmlns:a16="http://schemas.microsoft.com/office/drawing/2014/main" id="{C6031C15-E56F-43D9-8155-AD845DA35901}"/>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6" name="Freeform 59">
              <a:extLst>
                <a:ext uri="{FF2B5EF4-FFF2-40B4-BE49-F238E27FC236}">
                  <a16:creationId xmlns:a16="http://schemas.microsoft.com/office/drawing/2014/main" id="{FFDDDCBA-D429-4C87-8551-3B782FE9BF77}"/>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cxnSp>
        <p:nvCxnSpPr>
          <p:cNvPr id="24" name="Straight Connector 23">
            <a:extLst>
              <a:ext uri="{FF2B5EF4-FFF2-40B4-BE49-F238E27FC236}">
                <a16:creationId xmlns:a16="http://schemas.microsoft.com/office/drawing/2014/main" id="{1B7A6BDD-221C-483A-BD7A-3246F3F7E4D0}"/>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25" name="Footer Placeholder 4">
            <a:extLst>
              <a:ext uri="{FF2B5EF4-FFF2-40B4-BE49-F238E27FC236}">
                <a16:creationId xmlns:a16="http://schemas.microsoft.com/office/drawing/2014/main" id="{F7A8B4AB-8D91-4F7D-875F-89FFFA5288EA}"/>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accent2"/>
                </a:solidFill>
              </a:rPr>
              <a:t>For Internal Use Only</a:t>
            </a:r>
          </a:p>
        </p:txBody>
      </p:sp>
    </p:spTree>
    <p:extLst>
      <p:ext uri="{BB962C8B-B14F-4D97-AF65-F5344CB8AC3E}">
        <p14:creationId xmlns:p14="http://schemas.microsoft.com/office/powerpoint/2010/main" val="1306933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ed bullets - Right">
    <p:bg>
      <p:bgPr>
        <a:solidFill>
          <a:schemeClr val="tx2"/>
        </a:solidFill>
        <a:effectLst/>
      </p:bgPr>
    </p:bg>
    <p:spTree>
      <p:nvGrpSpPr>
        <p:cNvPr id="1" name=""/>
        <p:cNvGrpSpPr/>
        <p:nvPr/>
      </p:nvGrpSpPr>
      <p:grpSpPr>
        <a:xfrm>
          <a:off x="0" y="0"/>
          <a:ext cx="0" cy="0"/>
          <a:chOff x="0" y="0"/>
          <a:chExt cx="0" cy="0"/>
        </a:xfrm>
      </p:grpSpPr>
      <p:sp>
        <p:nvSpPr>
          <p:cNvPr id="42" name="Picture Placeholder 3">
            <a:extLst>
              <a:ext uri="{FF2B5EF4-FFF2-40B4-BE49-F238E27FC236}">
                <a16:creationId xmlns:a16="http://schemas.microsoft.com/office/drawing/2014/main" id="{243575B6-5C62-4FFF-BBDA-EFD258EAD15A}"/>
              </a:ext>
            </a:extLst>
          </p:cNvPr>
          <p:cNvSpPr>
            <a:spLocks noGrp="1"/>
          </p:cNvSpPr>
          <p:nvPr>
            <p:ph type="pic" sz="quarter" idx="15" hasCustomPrompt="1"/>
          </p:nvPr>
        </p:nvSpPr>
        <p:spPr>
          <a:xfrm>
            <a:off x="0" y="0"/>
            <a:ext cx="4064000" cy="6879600"/>
          </a:xfrm>
          <a:prstGeom prst="rect">
            <a:avLst/>
          </a:prstGeom>
          <a:solidFill>
            <a:schemeClr val="tx1">
              <a:alpha val="10000"/>
            </a:schemeClr>
          </a:solidFill>
          <a:ln>
            <a:noFill/>
          </a:ln>
        </p:spPr>
        <p:txBody>
          <a:bodyPr anchor="ctr"/>
          <a:lstStyle>
            <a:lvl1pPr marL="0" indent="0" algn="ctr">
              <a:buNone/>
              <a:defRPr sz="2000">
                <a:solidFill>
                  <a:schemeClr val="bg1"/>
                </a:solidFill>
                <a:latin typeface="Calibri" panose="020F0502020204030204" pitchFamily="34" charset="0"/>
                <a:cs typeface="Calibri" panose="020F0502020204030204" pitchFamily="34" charset="0"/>
              </a:defRPr>
            </a:lvl1pPr>
          </a:lstStyle>
          <a:p>
            <a:r>
              <a:rPr lang="en-GB" dirty="0"/>
              <a:t>Click icon to Insert Image</a:t>
            </a:r>
          </a:p>
        </p:txBody>
      </p:sp>
      <p:sp>
        <p:nvSpPr>
          <p:cNvPr id="2" name="Rectangle 1">
            <a:extLst>
              <a:ext uri="{FF2B5EF4-FFF2-40B4-BE49-F238E27FC236}">
                <a16:creationId xmlns:a16="http://schemas.microsoft.com/office/drawing/2014/main" id="{6E87E4C3-AAB0-4553-BF38-B9B1A156D5A7}"/>
              </a:ext>
            </a:extLst>
          </p:cNvPr>
          <p:cNvSpPr/>
          <p:nvPr userDrawn="1"/>
        </p:nvSpPr>
        <p:spPr>
          <a:xfrm>
            <a:off x="4064000" y="0"/>
            <a:ext cx="8128000" cy="6869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4443890" y="5665258"/>
            <a:ext cx="7246270" cy="433790"/>
          </a:xfrm>
        </p:spPr>
        <p:txBody>
          <a:bodyPr anchor="b">
            <a:noAutofit/>
          </a:bodyPr>
          <a:lstStyle>
            <a:lvl1pPr marL="0" indent="0">
              <a:lnSpc>
                <a:spcPts val="1200"/>
              </a:lnSpc>
              <a:spcAft>
                <a:spcPts val="0"/>
              </a:spcAft>
              <a:buNone/>
              <a:defRPr sz="1000" b="0" cap="none" baseline="0">
                <a:solidFill>
                  <a:schemeClr val="tx1"/>
                </a:solidFill>
                <a:latin typeface="Calibri" panose="020F0502020204030204" pitchFamily="34" charset="0"/>
                <a:cs typeface="Calibri" panose="020F0502020204030204" pitchFamily="34" charset="0"/>
              </a:defRPr>
            </a:lvl1pPr>
          </a:lstStyle>
          <a:p>
            <a:pPr lvl="0"/>
            <a:r>
              <a:rPr lang="en-US"/>
              <a:t>Insert Reference, Source or Caption text</a:t>
            </a:r>
          </a:p>
        </p:txBody>
      </p:sp>
      <p:sp>
        <p:nvSpPr>
          <p:cNvPr id="19" name="Footer Placeholder 4">
            <a:extLst>
              <a:ext uri="{FF2B5EF4-FFF2-40B4-BE49-F238E27FC236}">
                <a16:creationId xmlns:a16="http://schemas.microsoft.com/office/drawing/2014/main" id="{102D9270-702A-48DF-8890-CC27934A2F6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Slide Number Placeholder 5">
            <a:extLst>
              <a:ext uri="{FF2B5EF4-FFF2-40B4-BE49-F238E27FC236}">
                <a16:creationId xmlns:a16="http://schemas.microsoft.com/office/drawing/2014/main" id="{1F43B717-A489-41E2-93A6-35A204CA0733}"/>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9" name="Title 1">
            <a:extLst>
              <a:ext uri="{FF2B5EF4-FFF2-40B4-BE49-F238E27FC236}">
                <a16:creationId xmlns:a16="http://schemas.microsoft.com/office/drawing/2014/main" id="{6BBD6827-614C-42E5-AB0C-CBB03453A08F}"/>
              </a:ext>
            </a:extLst>
          </p:cNvPr>
          <p:cNvSpPr>
            <a:spLocks noGrp="1"/>
          </p:cNvSpPr>
          <p:nvPr>
            <p:ph type="title" hasCustomPrompt="1"/>
          </p:nvPr>
        </p:nvSpPr>
        <p:spPr>
          <a:xfrm>
            <a:off x="4443890" y="587361"/>
            <a:ext cx="724519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10" name="Content Placeholder 2">
            <a:extLst>
              <a:ext uri="{FF2B5EF4-FFF2-40B4-BE49-F238E27FC236}">
                <a16:creationId xmlns:a16="http://schemas.microsoft.com/office/drawing/2014/main" id="{D6F9BD08-D865-4502-9C7F-906139AAD7DD}"/>
              </a:ext>
            </a:extLst>
          </p:cNvPr>
          <p:cNvSpPr>
            <a:spLocks noGrp="1"/>
          </p:cNvSpPr>
          <p:nvPr>
            <p:ph idx="1"/>
          </p:nvPr>
        </p:nvSpPr>
        <p:spPr>
          <a:xfrm>
            <a:off x="4443890" y="1929384"/>
            <a:ext cx="7245190" cy="3659219"/>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E75ED9ED-4EFF-4CB1-B976-698F971C05F5}"/>
              </a:ext>
            </a:extLst>
          </p:cNvPr>
          <p:cNvCxnSpPr>
            <a:cxnSpLocks/>
          </p:cNvCxnSpPr>
          <p:nvPr userDrawn="1"/>
        </p:nvCxnSpPr>
        <p:spPr>
          <a:xfrm flipH="1">
            <a:off x="4480560"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23" name="TextBox 22">
            <a:extLst>
              <a:ext uri="{FF2B5EF4-FFF2-40B4-BE49-F238E27FC236}">
                <a16:creationId xmlns:a16="http://schemas.microsoft.com/office/drawing/2014/main" id="{F44BBA1C-64EF-488A-80A5-6B063D477D15}"/>
              </a:ext>
            </a:extLst>
          </p:cNvPr>
          <p:cNvSpPr txBox="1"/>
          <p:nvPr userDrawn="1"/>
        </p:nvSpPr>
        <p:spPr>
          <a:xfrm>
            <a:off x="1" y="6957236"/>
            <a:ext cx="4064000" cy="1015663"/>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a “Macro” view image, available via folders of the same names in the image library.) </a:t>
            </a:r>
            <a:r>
              <a:rPr lang="en-GB" sz="1000" b="0" kern="1200" dirty="0">
                <a:solidFill>
                  <a:schemeClr val="tx1">
                    <a:lumMod val="85000"/>
                    <a:lumOff val="15000"/>
                  </a:schemeClr>
                </a:solidFill>
                <a:latin typeface="Calibri" panose="020F0502020204030204" pitchFamily="34" charset="0"/>
                <a:ea typeface="+mn-ea"/>
                <a:cs typeface="Calibri" panose="020F0502020204030204" pitchFamily="34" charset="0"/>
              </a:rPr>
              <a:t>Click the image icon to insert image, then Send to Back.</a:t>
            </a:r>
          </a:p>
        </p:txBody>
      </p:sp>
      <p:sp>
        <p:nvSpPr>
          <p:cNvPr id="20" name="Text Placeholder 7">
            <a:extLst>
              <a:ext uri="{FF2B5EF4-FFF2-40B4-BE49-F238E27FC236}">
                <a16:creationId xmlns:a16="http://schemas.microsoft.com/office/drawing/2014/main" id="{D868B68B-779A-4659-B2F6-AC322A22BE84}"/>
              </a:ext>
            </a:extLst>
          </p:cNvPr>
          <p:cNvSpPr>
            <a:spLocks noGrp="1"/>
          </p:cNvSpPr>
          <p:nvPr>
            <p:ph type="body" sz="quarter" idx="13" hasCustomPrompt="1"/>
          </p:nvPr>
        </p:nvSpPr>
        <p:spPr>
          <a:xfrm>
            <a:off x="4447032" y="1426463"/>
            <a:ext cx="7242048"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grpSp>
        <p:nvGrpSpPr>
          <p:cNvPr id="24" name="Group 51">
            <a:extLst>
              <a:ext uri="{FF2B5EF4-FFF2-40B4-BE49-F238E27FC236}">
                <a16:creationId xmlns:a16="http://schemas.microsoft.com/office/drawing/2014/main" id="{920A35AA-C598-46DC-B9D4-C2D4B6C17F87}"/>
              </a:ext>
            </a:extLst>
          </p:cNvPr>
          <p:cNvGrpSpPr>
            <a:grpSpLocks noChangeAspect="1"/>
          </p:cNvGrpSpPr>
          <p:nvPr userDrawn="1"/>
        </p:nvGrpSpPr>
        <p:grpSpPr bwMode="auto">
          <a:xfrm>
            <a:off x="10539492" y="6305176"/>
            <a:ext cx="1149588" cy="267392"/>
            <a:chOff x="3618" y="2108"/>
            <a:chExt cx="589" cy="137"/>
          </a:xfrm>
          <a:solidFill>
            <a:schemeClr val="tx2"/>
          </a:solidFill>
        </p:grpSpPr>
        <p:sp>
          <p:nvSpPr>
            <p:cNvPr id="25" name="Freeform 52">
              <a:extLst>
                <a:ext uri="{FF2B5EF4-FFF2-40B4-BE49-F238E27FC236}">
                  <a16:creationId xmlns:a16="http://schemas.microsoft.com/office/drawing/2014/main" id="{720228D3-0B39-4E87-86E1-F1C8F5FB867A}"/>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6" name="Freeform 53">
              <a:extLst>
                <a:ext uri="{FF2B5EF4-FFF2-40B4-BE49-F238E27FC236}">
                  <a16:creationId xmlns:a16="http://schemas.microsoft.com/office/drawing/2014/main" id="{9E2A87F6-73F7-4BF4-A7DD-FED2FA98F023}"/>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7" name="Freeform 54">
              <a:extLst>
                <a:ext uri="{FF2B5EF4-FFF2-40B4-BE49-F238E27FC236}">
                  <a16:creationId xmlns:a16="http://schemas.microsoft.com/office/drawing/2014/main" id="{E8083D16-B4CA-459F-AD47-2B6332480E44}"/>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7" name="Freeform 55">
              <a:extLst>
                <a:ext uri="{FF2B5EF4-FFF2-40B4-BE49-F238E27FC236}">
                  <a16:creationId xmlns:a16="http://schemas.microsoft.com/office/drawing/2014/main" id="{F49181CC-83A1-4F37-801B-2C814F0B178B}"/>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8" name="Freeform 56">
              <a:extLst>
                <a:ext uri="{FF2B5EF4-FFF2-40B4-BE49-F238E27FC236}">
                  <a16:creationId xmlns:a16="http://schemas.microsoft.com/office/drawing/2014/main" id="{0758F268-7C0A-4809-818B-15D76FC43E23}"/>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9" name="Freeform 57">
              <a:extLst>
                <a:ext uri="{FF2B5EF4-FFF2-40B4-BE49-F238E27FC236}">
                  <a16:creationId xmlns:a16="http://schemas.microsoft.com/office/drawing/2014/main" id="{5A90A74A-B019-4956-88D8-AF77936F5EB2}"/>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0" name="Freeform 58">
              <a:extLst>
                <a:ext uri="{FF2B5EF4-FFF2-40B4-BE49-F238E27FC236}">
                  <a16:creationId xmlns:a16="http://schemas.microsoft.com/office/drawing/2014/main" id="{753AED82-02D5-42FA-8F10-370FBA4BAE0C}"/>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1" name="Freeform 59">
              <a:extLst>
                <a:ext uri="{FF2B5EF4-FFF2-40B4-BE49-F238E27FC236}">
                  <a16:creationId xmlns:a16="http://schemas.microsoft.com/office/drawing/2014/main" id="{C99B8600-6B18-423B-87C5-29D73A159107}"/>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22" name="Footer Placeholder 4">
            <a:extLst>
              <a:ext uri="{FF2B5EF4-FFF2-40B4-BE49-F238E27FC236}">
                <a16:creationId xmlns:a16="http://schemas.microsoft.com/office/drawing/2014/main" id="{4AF34545-DB58-44C7-9553-B7448BB82109}"/>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1681885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hart ">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p:nvPr>
        </p:nvSpPr>
        <p:spPr>
          <a:xfrm>
            <a:off x="8253728" y="1929384"/>
            <a:ext cx="3429001" cy="1080000"/>
          </a:xfrm>
        </p:spPr>
        <p:txBody>
          <a:bodyPr>
            <a:noAutofit/>
          </a:bodyPr>
          <a:lstStyle>
            <a:lvl1pPr marL="18288" indent="0">
              <a:lnSpc>
                <a:spcPts val="3200"/>
              </a:lnSpc>
              <a:spcAft>
                <a:spcPts val="0"/>
              </a:spcAft>
              <a:buNone/>
              <a:defRPr sz="2000" b="0" cap="all" baseline="0">
                <a:solidFill>
                  <a:schemeClr val="accent1"/>
                </a:solidFill>
                <a:latin typeface="Calibri" panose="020F0502020204030204" pitchFamily="34" charset="0"/>
                <a:cs typeface="Calibri" panose="020F0502020204030204" pitchFamily="34" charset="0"/>
              </a:defRPr>
            </a:lvl1pPr>
            <a:lvl2pPr marL="18288" indent="0">
              <a:lnSpc>
                <a:spcPts val="2400"/>
              </a:lnSpc>
              <a:spcBef>
                <a:spcPts val="0"/>
              </a:spcBef>
              <a:spcAft>
                <a:spcPts val="0"/>
              </a:spcAft>
              <a:buNone/>
              <a:defRPr sz="1800" b="0" cap="none" baseline="0">
                <a:solidFill>
                  <a:schemeClr val="tx1"/>
                </a:solidFill>
                <a:latin typeface="Calibri" panose="020F0502020204030204" pitchFamily="34" charset="0"/>
                <a:cs typeface="Calibri" panose="020F0502020204030204" pitchFamily="34" charset="0"/>
              </a:defRPr>
            </a:lvl2pPr>
            <a:lvl3pPr marL="18288" indent="0">
              <a:lnSpc>
                <a:spcPts val="2400"/>
              </a:lnSpc>
              <a:spcBef>
                <a:spcPts val="0"/>
              </a:spcBef>
              <a:spcAft>
                <a:spcPts val="0"/>
              </a:spcAft>
              <a:buNone/>
              <a:defRPr sz="1600">
                <a:solidFill>
                  <a:schemeClr val="tx1"/>
                </a:solidFill>
                <a:latin typeface="Calibri" panose="020F0502020204030204" pitchFamily="34" charset="0"/>
                <a:cs typeface="Calibri" panose="020F0502020204030204" pitchFamily="34" charset="0"/>
              </a:defRPr>
            </a:lvl3pPr>
          </a:lstStyle>
          <a:p>
            <a:pPr lvl="0"/>
            <a:r>
              <a:rPr lang="en-US"/>
              <a:t>Edit Master text styles</a:t>
            </a:r>
          </a:p>
          <a:p>
            <a:pPr lvl="1"/>
            <a:r>
              <a:rPr lang="en-US"/>
              <a:t>Second level</a:t>
            </a:r>
          </a:p>
          <a:p>
            <a:pPr lvl="2"/>
            <a:r>
              <a:rPr lang="en-US"/>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p:nvPr>
        </p:nvSpPr>
        <p:spPr>
          <a:xfrm>
            <a:off x="8253728" y="3337560"/>
            <a:ext cx="3429001" cy="1080000"/>
          </a:xfrm>
        </p:spPr>
        <p:txBody>
          <a:bodyPr>
            <a:noAutofit/>
          </a:bodyPr>
          <a:lstStyle>
            <a:lvl1pPr marL="18288" indent="0">
              <a:lnSpc>
                <a:spcPts val="3200"/>
              </a:lnSpc>
              <a:spcAft>
                <a:spcPts val="0"/>
              </a:spcAft>
              <a:buNone/>
              <a:defRPr sz="2000" b="0" cap="all" baseline="0">
                <a:solidFill>
                  <a:schemeClr val="accent1"/>
                </a:solidFill>
                <a:latin typeface="Calibri" panose="020F0502020204030204" pitchFamily="34" charset="0"/>
                <a:cs typeface="Calibri" panose="020F0502020204030204" pitchFamily="34" charset="0"/>
              </a:defRPr>
            </a:lvl1pPr>
            <a:lvl2pPr marL="18288" indent="0" algn="l">
              <a:lnSpc>
                <a:spcPts val="2400"/>
              </a:lnSpc>
              <a:spcBef>
                <a:spcPts val="0"/>
              </a:spcBef>
              <a:spcAft>
                <a:spcPts val="0"/>
              </a:spcAft>
              <a:buNone/>
              <a:defRPr sz="1800" b="0" cap="none" baseline="0">
                <a:solidFill>
                  <a:schemeClr val="tx1"/>
                </a:solidFill>
                <a:latin typeface="Calibri" panose="020F0502020204030204" pitchFamily="34" charset="0"/>
                <a:cs typeface="Calibri" panose="020F0502020204030204" pitchFamily="34" charset="0"/>
              </a:defRPr>
            </a:lvl2pPr>
            <a:lvl3pPr marL="18288" indent="0">
              <a:lnSpc>
                <a:spcPts val="2400"/>
              </a:lnSpc>
              <a:spcBef>
                <a:spcPts val="0"/>
              </a:spcBef>
              <a:spcAft>
                <a:spcPts val="0"/>
              </a:spcAft>
              <a:buNone/>
              <a:defRPr sz="1600">
                <a:solidFill>
                  <a:schemeClr val="tx1"/>
                </a:solidFill>
                <a:latin typeface="Calibri" panose="020F0502020204030204" pitchFamily="34" charset="0"/>
                <a:cs typeface="Calibri" panose="020F0502020204030204" pitchFamily="34" charset="0"/>
              </a:defRPr>
            </a:lvl3pPr>
          </a:lstStyle>
          <a:p>
            <a:pPr lvl="0"/>
            <a:r>
              <a:rPr lang="en-US"/>
              <a:t>Edit Master text styles</a:t>
            </a:r>
          </a:p>
          <a:p>
            <a:pPr lvl="1"/>
            <a:r>
              <a:rPr lang="en-US"/>
              <a:t>Second level</a:t>
            </a:r>
          </a:p>
          <a:p>
            <a:pPr lvl="2"/>
            <a:r>
              <a:rPr lang="en-US"/>
              <a:t>Third level</a:t>
            </a:r>
          </a:p>
        </p:txBody>
      </p:sp>
      <p:sp>
        <p:nvSpPr>
          <p:cNvPr id="20" name="Title 1">
            <a:extLst>
              <a:ext uri="{FF2B5EF4-FFF2-40B4-BE49-F238E27FC236}">
                <a16:creationId xmlns:a16="http://schemas.microsoft.com/office/drawing/2014/main" id="{83E7B97F-A3D3-4BFF-81BD-83490749F34F}"/>
              </a:ext>
            </a:extLst>
          </p:cNvPr>
          <p:cNvSpPr>
            <a:spLocks noGrp="1"/>
          </p:cNvSpPr>
          <p:nvPr>
            <p:ph type="title" hasCustomPrompt="1"/>
          </p:nvPr>
        </p:nvSpPr>
        <p:spPr>
          <a:xfrm>
            <a:off x="504000" y="587361"/>
            <a:ext cx="1118508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22" name="Footer Placeholder 4">
            <a:extLst>
              <a:ext uri="{FF2B5EF4-FFF2-40B4-BE49-F238E27FC236}">
                <a16:creationId xmlns:a16="http://schemas.microsoft.com/office/drawing/2014/main" id="{93E69D38-B636-4F62-A671-636F45DB230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4" name="Slide Number Placeholder 5">
            <a:extLst>
              <a:ext uri="{FF2B5EF4-FFF2-40B4-BE49-F238E27FC236}">
                <a16:creationId xmlns:a16="http://schemas.microsoft.com/office/drawing/2014/main" id="{9CED144D-3C50-4610-B4D3-822DECD4D509}"/>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10" name="Text Placeholder 7">
            <a:extLst>
              <a:ext uri="{FF2B5EF4-FFF2-40B4-BE49-F238E27FC236}">
                <a16:creationId xmlns:a16="http://schemas.microsoft.com/office/drawing/2014/main" id="{EA624737-B859-4812-88F7-B8C122121CCF}"/>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cxnSp>
        <p:nvCxnSpPr>
          <p:cNvPr id="11" name="Straight Connector 10">
            <a:extLst>
              <a:ext uri="{FF2B5EF4-FFF2-40B4-BE49-F238E27FC236}">
                <a16:creationId xmlns:a16="http://schemas.microsoft.com/office/drawing/2014/main" id="{D5BA3956-3E2F-4FB3-9AED-585BC2DBAFA0}"/>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16" name="Content Placeholder 3">
            <a:extLst>
              <a:ext uri="{FF2B5EF4-FFF2-40B4-BE49-F238E27FC236}">
                <a16:creationId xmlns:a16="http://schemas.microsoft.com/office/drawing/2014/main" id="{7D186497-357B-4F1B-9C0C-F903BE1357D8}"/>
              </a:ext>
            </a:extLst>
          </p:cNvPr>
          <p:cNvSpPr>
            <a:spLocks noGrp="1"/>
          </p:cNvSpPr>
          <p:nvPr>
            <p:ph sz="quarter" idx="18" hasCustomPrompt="1"/>
          </p:nvPr>
        </p:nvSpPr>
        <p:spPr>
          <a:xfrm>
            <a:off x="504000" y="1929383"/>
            <a:ext cx="7372541" cy="4100513"/>
          </a:xfrm>
        </p:spPr>
        <p:txBody>
          <a:bodyPr anchor="ctr"/>
          <a:lstStyle>
            <a:lvl1pPr marL="0" indent="0" algn="ctr">
              <a:buFont typeface="Arial" panose="020B0604020202020204" pitchFamily="34" charset="0"/>
              <a:buNone/>
              <a:defRPr lang="en-US" sz="2300" kern="1200" dirty="0">
                <a:solidFill>
                  <a:schemeClr val="tx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Tree>
    <p:extLst>
      <p:ext uri="{BB962C8B-B14F-4D97-AF65-F5344CB8AC3E}">
        <p14:creationId xmlns:p14="http://schemas.microsoft.com/office/powerpoint/2010/main" val="1637945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hart on right">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p:nvPr>
        </p:nvSpPr>
        <p:spPr>
          <a:xfrm>
            <a:off x="509269" y="1929384"/>
            <a:ext cx="3429001" cy="1080000"/>
          </a:xfrm>
        </p:spPr>
        <p:txBody>
          <a:bodyPr>
            <a:noAutofit/>
          </a:bodyPr>
          <a:lstStyle>
            <a:lvl1pPr marL="18288" indent="0">
              <a:lnSpc>
                <a:spcPts val="3200"/>
              </a:lnSpc>
              <a:spcAft>
                <a:spcPts val="0"/>
              </a:spcAft>
              <a:buNone/>
              <a:defRPr sz="2000" b="0" cap="all" baseline="0">
                <a:solidFill>
                  <a:schemeClr val="accent1"/>
                </a:solidFill>
                <a:latin typeface="Calibri" panose="020F0502020204030204" pitchFamily="34" charset="0"/>
                <a:cs typeface="Calibri" panose="020F0502020204030204" pitchFamily="34" charset="0"/>
              </a:defRPr>
            </a:lvl1pPr>
            <a:lvl2pPr marL="18288" indent="0">
              <a:lnSpc>
                <a:spcPts val="2400"/>
              </a:lnSpc>
              <a:spcBef>
                <a:spcPts val="0"/>
              </a:spcBef>
              <a:spcAft>
                <a:spcPts val="0"/>
              </a:spcAft>
              <a:buNone/>
              <a:defRPr sz="1800" b="0" cap="none" baseline="0">
                <a:solidFill>
                  <a:schemeClr val="tx1"/>
                </a:solidFill>
                <a:latin typeface="Calibri" panose="020F0502020204030204" pitchFamily="34" charset="0"/>
                <a:cs typeface="Calibri" panose="020F0502020204030204" pitchFamily="34" charset="0"/>
              </a:defRPr>
            </a:lvl2pPr>
            <a:lvl3pPr marL="18288" indent="0">
              <a:lnSpc>
                <a:spcPts val="2400"/>
              </a:lnSpc>
              <a:spcBef>
                <a:spcPts val="0"/>
              </a:spcBef>
              <a:spcAft>
                <a:spcPts val="0"/>
              </a:spcAft>
              <a:buNone/>
              <a:defRPr sz="1600">
                <a:solidFill>
                  <a:schemeClr val="tx1"/>
                </a:solidFill>
                <a:latin typeface="Calibri" panose="020F0502020204030204" pitchFamily="34" charset="0"/>
                <a:cs typeface="Calibri" panose="020F0502020204030204" pitchFamily="34" charset="0"/>
              </a:defRPr>
            </a:lvl3pPr>
          </a:lstStyle>
          <a:p>
            <a:pPr lvl="0"/>
            <a:r>
              <a:rPr lang="en-US"/>
              <a:t>Edit Master text styles</a:t>
            </a:r>
          </a:p>
          <a:p>
            <a:pPr lvl="1"/>
            <a:r>
              <a:rPr lang="en-US"/>
              <a:t>Second level</a:t>
            </a:r>
          </a:p>
          <a:p>
            <a:pPr lvl="2"/>
            <a:r>
              <a:rPr lang="en-US"/>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p:nvPr>
        </p:nvSpPr>
        <p:spPr>
          <a:xfrm>
            <a:off x="509269" y="3337560"/>
            <a:ext cx="3429001" cy="1080000"/>
          </a:xfrm>
        </p:spPr>
        <p:txBody>
          <a:bodyPr>
            <a:noAutofit/>
          </a:bodyPr>
          <a:lstStyle>
            <a:lvl1pPr marL="18288" indent="0">
              <a:lnSpc>
                <a:spcPts val="3200"/>
              </a:lnSpc>
              <a:spcAft>
                <a:spcPts val="0"/>
              </a:spcAft>
              <a:buNone/>
              <a:defRPr sz="2000" b="0" cap="all" baseline="0">
                <a:solidFill>
                  <a:schemeClr val="accent1"/>
                </a:solidFill>
                <a:latin typeface="Calibri" panose="020F0502020204030204" pitchFamily="34" charset="0"/>
                <a:cs typeface="Calibri" panose="020F0502020204030204" pitchFamily="34" charset="0"/>
              </a:defRPr>
            </a:lvl1pPr>
            <a:lvl2pPr marL="18288" indent="0" algn="l">
              <a:lnSpc>
                <a:spcPts val="2400"/>
              </a:lnSpc>
              <a:spcBef>
                <a:spcPts val="0"/>
              </a:spcBef>
              <a:spcAft>
                <a:spcPts val="0"/>
              </a:spcAft>
              <a:buNone/>
              <a:defRPr sz="1800" b="0" cap="none" baseline="0">
                <a:solidFill>
                  <a:schemeClr val="tx1"/>
                </a:solidFill>
                <a:latin typeface="Calibri" panose="020F0502020204030204" pitchFamily="34" charset="0"/>
                <a:cs typeface="Calibri" panose="020F0502020204030204" pitchFamily="34" charset="0"/>
              </a:defRPr>
            </a:lvl2pPr>
            <a:lvl3pPr marL="18288" indent="0">
              <a:lnSpc>
                <a:spcPts val="2400"/>
              </a:lnSpc>
              <a:spcBef>
                <a:spcPts val="0"/>
              </a:spcBef>
              <a:spcAft>
                <a:spcPts val="0"/>
              </a:spcAft>
              <a:buNone/>
              <a:defRPr sz="1600">
                <a:solidFill>
                  <a:schemeClr val="tx1"/>
                </a:solidFill>
                <a:latin typeface="Calibri" panose="020F0502020204030204" pitchFamily="34" charset="0"/>
                <a:cs typeface="Calibri" panose="020F0502020204030204" pitchFamily="34" charset="0"/>
              </a:defRPr>
            </a:lvl3pPr>
          </a:lstStyle>
          <a:p>
            <a:pPr lvl="0"/>
            <a:r>
              <a:rPr lang="en-US"/>
              <a:t>Edit Master text styles</a:t>
            </a:r>
          </a:p>
          <a:p>
            <a:pPr lvl="1"/>
            <a:r>
              <a:rPr lang="en-US"/>
              <a:t>Second level</a:t>
            </a:r>
          </a:p>
          <a:p>
            <a:pPr lvl="2"/>
            <a:r>
              <a:rPr lang="en-US"/>
              <a:t>Third level</a:t>
            </a:r>
          </a:p>
        </p:txBody>
      </p:sp>
      <p:sp>
        <p:nvSpPr>
          <p:cNvPr id="20" name="Title 1">
            <a:extLst>
              <a:ext uri="{FF2B5EF4-FFF2-40B4-BE49-F238E27FC236}">
                <a16:creationId xmlns:a16="http://schemas.microsoft.com/office/drawing/2014/main" id="{83E7B97F-A3D3-4BFF-81BD-83490749F34F}"/>
              </a:ext>
            </a:extLst>
          </p:cNvPr>
          <p:cNvSpPr>
            <a:spLocks noGrp="1"/>
          </p:cNvSpPr>
          <p:nvPr>
            <p:ph type="title" hasCustomPrompt="1"/>
          </p:nvPr>
        </p:nvSpPr>
        <p:spPr>
          <a:xfrm>
            <a:off x="504000" y="587361"/>
            <a:ext cx="1118508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22" name="Footer Placeholder 4">
            <a:extLst>
              <a:ext uri="{FF2B5EF4-FFF2-40B4-BE49-F238E27FC236}">
                <a16:creationId xmlns:a16="http://schemas.microsoft.com/office/drawing/2014/main" id="{93E69D38-B636-4F62-A671-636F45DB230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4" name="Slide Number Placeholder 5">
            <a:extLst>
              <a:ext uri="{FF2B5EF4-FFF2-40B4-BE49-F238E27FC236}">
                <a16:creationId xmlns:a16="http://schemas.microsoft.com/office/drawing/2014/main" id="{9CED144D-3C50-4610-B4D3-822DECD4D509}"/>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10" name="Text Placeholder 7">
            <a:extLst>
              <a:ext uri="{FF2B5EF4-FFF2-40B4-BE49-F238E27FC236}">
                <a16:creationId xmlns:a16="http://schemas.microsoft.com/office/drawing/2014/main" id="{77F1301A-7827-4F46-AB92-C8E10783B060}"/>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cxnSp>
        <p:nvCxnSpPr>
          <p:cNvPr id="11" name="Straight Connector 10">
            <a:extLst>
              <a:ext uri="{FF2B5EF4-FFF2-40B4-BE49-F238E27FC236}">
                <a16:creationId xmlns:a16="http://schemas.microsoft.com/office/drawing/2014/main" id="{9E34E36B-39E8-4334-BCB3-2378884023E9}"/>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15" name="Content Placeholder 3">
            <a:extLst>
              <a:ext uri="{FF2B5EF4-FFF2-40B4-BE49-F238E27FC236}">
                <a16:creationId xmlns:a16="http://schemas.microsoft.com/office/drawing/2014/main" id="{8C39B1C2-65CF-4E3C-B34E-0954BB55D8E4}"/>
              </a:ext>
            </a:extLst>
          </p:cNvPr>
          <p:cNvSpPr>
            <a:spLocks noGrp="1"/>
          </p:cNvSpPr>
          <p:nvPr>
            <p:ph sz="quarter" idx="18" hasCustomPrompt="1"/>
          </p:nvPr>
        </p:nvSpPr>
        <p:spPr>
          <a:xfrm>
            <a:off x="4312730" y="1929383"/>
            <a:ext cx="7372541" cy="4100513"/>
          </a:xfrm>
        </p:spPr>
        <p:txBody>
          <a:bodyPr anchor="ctr"/>
          <a:lstStyle>
            <a:lvl1pPr marL="0" indent="0" algn="ctr">
              <a:buFont typeface="Arial" panose="020B0604020202020204" pitchFamily="34" charset="0"/>
              <a:buNone/>
              <a:defRPr lang="en-US" sz="2300" kern="1200" dirty="0">
                <a:solidFill>
                  <a:schemeClr val="tx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Tree>
    <p:extLst>
      <p:ext uri="{BB962C8B-B14F-4D97-AF65-F5344CB8AC3E}">
        <p14:creationId xmlns:p14="http://schemas.microsoft.com/office/powerpoint/2010/main" val="38371779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hart o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999" y="1929384"/>
            <a:ext cx="5340539" cy="4169664"/>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4099EBC5-54AC-4941-A8DF-C99C2AF77278}"/>
              </a:ext>
            </a:extLst>
          </p:cNvPr>
          <p:cNvSpPr>
            <a:spLocks noGrp="1"/>
          </p:cNvSpPr>
          <p:nvPr>
            <p:ph type="title" hasCustomPrompt="1"/>
          </p:nvPr>
        </p:nvSpPr>
        <p:spPr>
          <a:xfrm>
            <a:off x="504000" y="587361"/>
            <a:ext cx="11185080" cy="804198"/>
          </a:xfrm>
        </p:spPr>
        <p:txBody>
          <a:bodyPr anchor="ctr">
            <a:normAutofit/>
          </a:bodyPr>
          <a:lstStyle>
            <a:lvl1pPr>
              <a:lnSpc>
                <a:spcPct val="90000"/>
              </a:lnSpc>
              <a:defRPr b="0">
                <a:latin typeface="Calibri" panose="020F0502020204030204" pitchFamily="34" charset="0"/>
                <a:cs typeface="Calibri" panose="020F0502020204030204" pitchFamily="34" charset="0"/>
              </a:defRPr>
            </a:lvl1pPr>
          </a:lstStyle>
          <a:p>
            <a:r>
              <a:rPr lang="en-US"/>
              <a:t>Insert Slide Title</a:t>
            </a:r>
          </a:p>
        </p:txBody>
      </p:sp>
      <p:sp>
        <p:nvSpPr>
          <p:cNvPr id="19" name="Footer Placeholder 4">
            <a:extLst>
              <a:ext uri="{FF2B5EF4-FFF2-40B4-BE49-F238E27FC236}">
                <a16:creationId xmlns:a16="http://schemas.microsoft.com/office/drawing/2014/main" id="{31D1A11A-B58F-4632-9C0B-11D24DA4105D}"/>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Slide Number Placeholder 5">
            <a:extLst>
              <a:ext uri="{FF2B5EF4-FFF2-40B4-BE49-F238E27FC236}">
                <a16:creationId xmlns:a16="http://schemas.microsoft.com/office/drawing/2014/main" id="{F2A29726-FF71-4099-8BCA-7A060CAC53BF}"/>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10" name="Text Placeholder 7">
            <a:extLst>
              <a:ext uri="{FF2B5EF4-FFF2-40B4-BE49-F238E27FC236}">
                <a16:creationId xmlns:a16="http://schemas.microsoft.com/office/drawing/2014/main" id="{8BDC936E-C64D-417D-8050-C8261C784B81}"/>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cxnSp>
        <p:nvCxnSpPr>
          <p:cNvPr id="11" name="Straight Connector 10">
            <a:extLst>
              <a:ext uri="{FF2B5EF4-FFF2-40B4-BE49-F238E27FC236}">
                <a16:creationId xmlns:a16="http://schemas.microsoft.com/office/drawing/2014/main" id="{9F7F6D44-1A46-4848-A834-29BCF4897CC4}"/>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14" name="Content Placeholder 3">
            <a:extLst>
              <a:ext uri="{FF2B5EF4-FFF2-40B4-BE49-F238E27FC236}">
                <a16:creationId xmlns:a16="http://schemas.microsoft.com/office/drawing/2014/main" id="{A1B28538-0660-496B-A807-0B64E788C55A}"/>
              </a:ext>
            </a:extLst>
          </p:cNvPr>
          <p:cNvSpPr>
            <a:spLocks noGrp="1"/>
          </p:cNvSpPr>
          <p:nvPr>
            <p:ph sz="quarter" idx="16" hasCustomPrompt="1"/>
          </p:nvPr>
        </p:nvSpPr>
        <p:spPr>
          <a:xfrm>
            <a:off x="6093267" y="1929384"/>
            <a:ext cx="2482408" cy="3609404"/>
          </a:xfrm>
        </p:spPr>
        <p:txBody>
          <a:bodyPr anchor="ctr"/>
          <a:lstStyle>
            <a:lvl1pPr marL="0" indent="0" algn="ctr">
              <a:buFont typeface="Arial" panose="020B0604020202020204" pitchFamily="34" charset="0"/>
              <a:buNone/>
              <a:defRPr lang="en-US" sz="2300" kern="1200" dirty="0">
                <a:solidFill>
                  <a:schemeClr val="tx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
        <p:nvSpPr>
          <p:cNvPr id="16" name="Content Placeholder 3">
            <a:extLst>
              <a:ext uri="{FF2B5EF4-FFF2-40B4-BE49-F238E27FC236}">
                <a16:creationId xmlns:a16="http://schemas.microsoft.com/office/drawing/2014/main" id="{02FB1B36-F80E-4723-83CF-0A5EA55833BF}"/>
              </a:ext>
            </a:extLst>
          </p:cNvPr>
          <p:cNvSpPr>
            <a:spLocks noGrp="1"/>
          </p:cNvSpPr>
          <p:nvPr>
            <p:ph sz="quarter" idx="17" hasCustomPrompt="1"/>
          </p:nvPr>
        </p:nvSpPr>
        <p:spPr>
          <a:xfrm>
            <a:off x="9204704" y="1929384"/>
            <a:ext cx="2482408" cy="3609404"/>
          </a:xfrm>
        </p:spPr>
        <p:txBody>
          <a:bodyPr anchor="ctr"/>
          <a:lstStyle>
            <a:lvl1pPr marL="0" indent="0" algn="ctr">
              <a:buFont typeface="Arial" panose="020B0604020202020204" pitchFamily="34" charset="0"/>
              <a:buNone/>
              <a:defRPr lang="en-US" sz="2300" kern="1200" dirty="0">
                <a:solidFill>
                  <a:schemeClr val="tx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Tree>
    <p:extLst>
      <p:ext uri="{BB962C8B-B14F-4D97-AF65-F5344CB8AC3E}">
        <p14:creationId xmlns:p14="http://schemas.microsoft.com/office/powerpoint/2010/main" val="1312243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hart option on left">
    <p:spTree>
      <p:nvGrpSpPr>
        <p:cNvPr id="1" name=""/>
        <p:cNvGrpSpPr/>
        <p:nvPr/>
      </p:nvGrpSpPr>
      <p:grpSpPr>
        <a:xfrm>
          <a:off x="0" y="0"/>
          <a:ext cx="0" cy="0"/>
          <a:chOff x="0" y="0"/>
          <a:chExt cx="0" cy="0"/>
        </a:xfrm>
      </p:grpSpPr>
      <p:sp>
        <p:nvSpPr>
          <p:cNvPr id="3" name="Content Placeholder 2"/>
          <p:cNvSpPr>
            <a:spLocks noGrp="1"/>
          </p:cNvSpPr>
          <p:nvPr>
            <p:ph idx="1"/>
          </p:nvPr>
        </p:nvSpPr>
        <p:spPr>
          <a:xfrm>
            <a:off x="6348541" y="1929384"/>
            <a:ext cx="5340539" cy="4169664"/>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4099EBC5-54AC-4941-A8DF-C99C2AF77278}"/>
              </a:ext>
            </a:extLst>
          </p:cNvPr>
          <p:cNvSpPr>
            <a:spLocks noGrp="1"/>
          </p:cNvSpPr>
          <p:nvPr>
            <p:ph type="title" hasCustomPrompt="1"/>
          </p:nvPr>
        </p:nvSpPr>
        <p:spPr>
          <a:xfrm>
            <a:off x="504000" y="587361"/>
            <a:ext cx="11185080" cy="804198"/>
          </a:xfrm>
        </p:spPr>
        <p:txBody>
          <a:bodyPr anchor="ctr">
            <a:normAutofit/>
          </a:bodyPr>
          <a:lstStyle>
            <a:lvl1pPr>
              <a:lnSpc>
                <a:spcPct val="90000"/>
              </a:lnSpc>
              <a:defRPr b="0">
                <a:latin typeface="Calibri" panose="020F0502020204030204" pitchFamily="34" charset="0"/>
                <a:cs typeface="Calibri" panose="020F0502020204030204" pitchFamily="34" charset="0"/>
              </a:defRPr>
            </a:lvl1pPr>
          </a:lstStyle>
          <a:p>
            <a:r>
              <a:rPr lang="en-US"/>
              <a:t>Insert Slide Title</a:t>
            </a:r>
          </a:p>
        </p:txBody>
      </p:sp>
      <p:sp>
        <p:nvSpPr>
          <p:cNvPr id="19" name="Footer Placeholder 4">
            <a:extLst>
              <a:ext uri="{FF2B5EF4-FFF2-40B4-BE49-F238E27FC236}">
                <a16:creationId xmlns:a16="http://schemas.microsoft.com/office/drawing/2014/main" id="{31D1A11A-B58F-4632-9C0B-11D24DA4105D}"/>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Slide Number Placeholder 5">
            <a:extLst>
              <a:ext uri="{FF2B5EF4-FFF2-40B4-BE49-F238E27FC236}">
                <a16:creationId xmlns:a16="http://schemas.microsoft.com/office/drawing/2014/main" id="{F2A29726-FF71-4099-8BCA-7A060CAC53BF}"/>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10" name="Text Placeholder 7">
            <a:extLst>
              <a:ext uri="{FF2B5EF4-FFF2-40B4-BE49-F238E27FC236}">
                <a16:creationId xmlns:a16="http://schemas.microsoft.com/office/drawing/2014/main" id="{DBD7D4CB-E67E-4D0F-A2B5-22C2F76A11EF}"/>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cxnSp>
        <p:nvCxnSpPr>
          <p:cNvPr id="11" name="Straight Connector 10">
            <a:extLst>
              <a:ext uri="{FF2B5EF4-FFF2-40B4-BE49-F238E27FC236}">
                <a16:creationId xmlns:a16="http://schemas.microsoft.com/office/drawing/2014/main" id="{89264A5B-80D9-4F3F-9AC7-7FC20B954E32}"/>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14" name="Content Placeholder 3">
            <a:extLst>
              <a:ext uri="{FF2B5EF4-FFF2-40B4-BE49-F238E27FC236}">
                <a16:creationId xmlns:a16="http://schemas.microsoft.com/office/drawing/2014/main" id="{59525DAF-E226-4FE5-A8BF-23532C14A8E9}"/>
              </a:ext>
            </a:extLst>
          </p:cNvPr>
          <p:cNvSpPr>
            <a:spLocks noGrp="1"/>
          </p:cNvSpPr>
          <p:nvPr>
            <p:ph sz="quarter" idx="16" hasCustomPrompt="1"/>
          </p:nvPr>
        </p:nvSpPr>
        <p:spPr>
          <a:xfrm>
            <a:off x="504000" y="1929384"/>
            <a:ext cx="2482408" cy="3609404"/>
          </a:xfrm>
        </p:spPr>
        <p:txBody>
          <a:bodyPr anchor="ctr"/>
          <a:lstStyle>
            <a:lvl1pPr marL="0" indent="0" algn="ctr">
              <a:buFont typeface="Arial" panose="020B0604020202020204" pitchFamily="34" charset="0"/>
              <a:buNone/>
              <a:defRPr lang="en-US" sz="2300" kern="1200" dirty="0">
                <a:solidFill>
                  <a:schemeClr val="tx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
        <p:nvSpPr>
          <p:cNvPr id="20" name="Content Placeholder 3">
            <a:extLst>
              <a:ext uri="{FF2B5EF4-FFF2-40B4-BE49-F238E27FC236}">
                <a16:creationId xmlns:a16="http://schemas.microsoft.com/office/drawing/2014/main" id="{F3B72441-99EC-4856-8AF5-149EC82513DA}"/>
              </a:ext>
            </a:extLst>
          </p:cNvPr>
          <p:cNvSpPr>
            <a:spLocks noGrp="1"/>
          </p:cNvSpPr>
          <p:nvPr>
            <p:ph sz="quarter" idx="18" hasCustomPrompt="1"/>
          </p:nvPr>
        </p:nvSpPr>
        <p:spPr>
          <a:xfrm>
            <a:off x="3613148" y="1929384"/>
            <a:ext cx="2482408" cy="3609404"/>
          </a:xfrm>
        </p:spPr>
        <p:txBody>
          <a:bodyPr anchor="ctr"/>
          <a:lstStyle>
            <a:lvl1pPr marL="0" indent="0" algn="ctr">
              <a:buFont typeface="Arial" panose="020B0604020202020204" pitchFamily="34" charset="0"/>
              <a:buNone/>
              <a:defRPr lang="en-US" sz="2300" kern="1200" dirty="0">
                <a:solidFill>
                  <a:schemeClr val="tx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Tree>
    <p:extLst>
      <p:ext uri="{BB962C8B-B14F-4D97-AF65-F5344CB8AC3E}">
        <p14:creationId xmlns:p14="http://schemas.microsoft.com/office/powerpoint/2010/main" val="3706918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8C7AF8CA-60BE-47E5-95F9-F563E02C7FD5}"/>
              </a:ext>
            </a:extLst>
          </p:cNvPr>
          <p:cNvSpPr>
            <a:spLocks noGrp="1"/>
          </p:cNvSpPr>
          <p:nvPr userDrawn="1">
            <p:ph type="body" sz="quarter" idx="16" hasCustomPrompt="1"/>
          </p:nvPr>
        </p:nvSpPr>
        <p:spPr>
          <a:xfrm>
            <a:off x="503999" y="3249448"/>
            <a:ext cx="8686800" cy="338554"/>
          </a:xfrm>
        </p:spPr>
        <p:txBody>
          <a:bodyPr>
            <a:noAutofit/>
          </a:bodyPr>
          <a:lstStyle>
            <a:lvl1pPr marL="27432" indent="0">
              <a:spcAft>
                <a:spcPts val="1000"/>
              </a:spcAft>
              <a:buNone/>
              <a:defRPr sz="2000" b="0">
                <a:solidFill>
                  <a:schemeClr val="bg1"/>
                </a:solidFill>
                <a:latin typeface="Calibri" panose="020F0502020204030204" pitchFamily="34" charset="0"/>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Optional Subtitle</a:t>
            </a:r>
          </a:p>
        </p:txBody>
      </p:sp>
      <p:sp>
        <p:nvSpPr>
          <p:cNvPr id="8" name="Text Placeholder 7"/>
          <p:cNvSpPr>
            <a:spLocks noGrp="1"/>
          </p:cNvSpPr>
          <p:nvPr userDrawn="1">
            <p:ph type="body" sz="quarter" idx="12" hasCustomPrompt="1"/>
          </p:nvPr>
        </p:nvSpPr>
        <p:spPr>
          <a:xfrm>
            <a:off x="503999" y="1600200"/>
            <a:ext cx="8686800" cy="1620000"/>
          </a:xfrm>
        </p:spPr>
        <p:txBody>
          <a:bodyPr anchor="ctr">
            <a:noAutofit/>
          </a:bodyPr>
          <a:lstStyle>
            <a:lvl1pPr marL="0" indent="0">
              <a:lnSpc>
                <a:spcPct val="95000"/>
              </a:lnSpc>
              <a:spcBef>
                <a:spcPts val="0"/>
              </a:spcBef>
              <a:spcAft>
                <a:spcPts val="0"/>
              </a:spcAft>
              <a:buNone/>
              <a:defRPr sz="4800" b="0" i="0" cap="none" baseline="0">
                <a:solidFill>
                  <a:schemeClr val="bg1"/>
                </a:solidFill>
                <a:latin typeface="Calibri" panose="020F0502020204030204" pitchFamily="34" charset="0"/>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a:t>Presentation Title</a:t>
            </a:r>
          </a:p>
        </p:txBody>
      </p:sp>
      <p:sp>
        <p:nvSpPr>
          <p:cNvPr id="12" name="Footer Placeholder 4">
            <a:extLst>
              <a:ext uri="{FF2B5EF4-FFF2-40B4-BE49-F238E27FC236}">
                <a16:creationId xmlns:a16="http://schemas.microsoft.com/office/drawing/2014/main" id="{6B0C79E1-C58A-41A9-9177-E77F223FEEF4}"/>
              </a:ext>
            </a:extLst>
          </p:cNvPr>
          <p:cNvSpPr>
            <a:spLocks noGrp="1"/>
          </p:cNvSpPr>
          <p:nvPr userDrawn="1">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TextBox 20">
            <a:extLst>
              <a:ext uri="{FF2B5EF4-FFF2-40B4-BE49-F238E27FC236}">
                <a16:creationId xmlns:a16="http://schemas.microsoft.com/office/drawing/2014/main" id="{F49DBA70-198E-46D2-8FBD-2CC55B1994DA}"/>
              </a:ext>
            </a:extLst>
          </p:cNvPr>
          <p:cNvSpPr txBox="1"/>
          <p:nvPr userDrawn="1"/>
        </p:nvSpPr>
        <p:spPr>
          <a:xfrm>
            <a:off x="-2226092" y="5386726"/>
            <a:ext cx="1805878" cy="553998"/>
          </a:xfrm>
          <a:prstGeom prst="rect">
            <a:avLst/>
          </a:prstGeom>
          <a:solidFill>
            <a:schemeClr val="bg1">
              <a:lumMod val="95000"/>
            </a:schemeClr>
          </a:solidFill>
        </p:spPr>
        <p:txBody>
          <a:bodyPr wrap="square" rtlCol="0">
            <a:spAutoFit/>
          </a:bodyPr>
          <a:lstStyle/>
          <a:p>
            <a:pPr algn="r"/>
            <a:r>
              <a:rPr lang="en-GB" sz="1000" b="1" dirty="0">
                <a:solidFill>
                  <a:schemeClr val="tx1">
                    <a:lumMod val="85000"/>
                    <a:lumOff val="15000"/>
                  </a:schemeClr>
                </a:solidFill>
                <a:latin typeface="Calibri" panose="020F0502020204030204" pitchFamily="34" charset="0"/>
                <a:cs typeface="Calibri" panose="020F0502020204030204" pitchFamily="34" charset="0"/>
              </a:rPr>
              <a:t>Partner logos</a:t>
            </a:r>
          </a:p>
          <a:p>
            <a:pPr algn="r"/>
            <a:r>
              <a:rPr lang="en-GB" sz="1000" b="0" dirty="0">
                <a:solidFill>
                  <a:schemeClr val="tx1">
                    <a:lumMod val="85000"/>
                    <a:lumOff val="15000"/>
                  </a:schemeClr>
                </a:solidFill>
                <a:latin typeface="Calibri" panose="020F0502020204030204" pitchFamily="34" charset="0"/>
                <a:cs typeface="Calibri" panose="020F0502020204030204" pitchFamily="34" charset="0"/>
              </a:rPr>
              <a:t>The space is reserved for Partner logos if required</a:t>
            </a:r>
            <a:r>
              <a:rPr lang="en-GB" sz="1000" b="0" baseline="0" dirty="0">
                <a:solidFill>
                  <a:schemeClr val="tx1">
                    <a:lumMod val="85000"/>
                    <a:lumOff val="15000"/>
                  </a:schemeClr>
                </a:solidFill>
                <a:latin typeface="Calibri" panose="020F0502020204030204" pitchFamily="34" charset="0"/>
                <a:cs typeface="Calibri" panose="020F0502020204030204" pitchFamily="34" charset="0"/>
              </a:rPr>
              <a:t>.</a:t>
            </a:r>
            <a:endParaRPr lang="en-GB" sz="1000" b="0" dirty="0">
              <a:solidFill>
                <a:schemeClr val="tx1">
                  <a:lumMod val="85000"/>
                  <a:lumOff val="15000"/>
                </a:schemeClr>
              </a:solidFill>
              <a:latin typeface="Calibri" panose="020F0502020204030204" pitchFamily="34" charset="0"/>
              <a:cs typeface="Calibri" panose="020F0502020204030204" pitchFamily="34" charset="0"/>
            </a:endParaRPr>
          </a:p>
        </p:txBody>
      </p:sp>
      <p:sp>
        <p:nvSpPr>
          <p:cNvPr id="22" name="Left Brace 21">
            <a:extLst>
              <a:ext uri="{FF2B5EF4-FFF2-40B4-BE49-F238E27FC236}">
                <a16:creationId xmlns:a16="http://schemas.microsoft.com/office/drawing/2014/main" id="{7FFF29AD-3C2A-4F3B-B0A1-EC678F02D444}"/>
              </a:ext>
            </a:extLst>
          </p:cNvPr>
          <p:cNvSpPr/>
          <p:nvPr userDrawn="1"/>
        </p:nvSpPr>
        <p:spPr>
          <a:xfrm>
            <a:off x="-356714" y="4976853"/>
            <a:ext cx="229714" cy="15185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C83FD02A-2FA4-4179-B2F6-3B2A4002C850}"/>
              </a:ext>
            </a:extLst>
          </p:cNvPr>
          <p:cNvSpPr txBox="1"/>
          <p:nvPr userDrawn="1"/>
        </p:nvSpPr>
        <p:spPr>
          <a:xfrm>
            <a:off x="0" y="6957236"/>
            <a:ext cx="12192000" cy="553998"/>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Change the Background image (recommended):</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a “Macro” view image, available via folder of the same name in the image library.)</a:t>
            </a:r>
          </a:p>
          <a:p>
            <a:r>
              <a:rPr lang="en-GB" sz="1000" b="1" dirty="0">
                <a:solidFill>
                  <a:schemeClr val="tx1">
                    <a:lumMod val="85000"/>
                    <a:lumOff val="15000"/>
                  </a:schemeClr>
                </a:solidFill>
                <a:latin typeface="Calibri" panose="020F0502020204030204" pitchFamily="34" charset="0"/>
                <a:cs typeface="Calibri" panose="020F0502020204030204" pitchFamily="34" charset="0"/>
              </a:rPr>
              <a:t>“</a:t>
            </a:r>
            <a:r>
              <a:rPr lang="en-GB" sz="1000" dirty="0">
                <a:solidFill>
                  <a:schemeClr val="tx1">
                    <a:lumMod val="85000"/>
                    <a:lumOff val="15000"/>
                  </a:schemeClr>
                </a:solidFill>
                <a:latin typeface="Calibri" panose="020F0502020204030204" pitchFamily="34" charset="0"/>
                <a:cs typeface="Calibri" panose="020F0502020204030204" pitchFamily="34" charset="0"/>
              </a:rPr>
              <a:t>Right Click” on the slide and then Click “Format Background…”.  Select the “Picture of texture fill” radio button.  Click the “File…” button and browse for an image previously downloaded from the AVEVA Image Library.</a:t>
            </a:r>
          </a:p>
        </p:txBody>
      </p:sp>
      <p:cxnSp>
        <p:nvCxnSpPr>
          <p:cNvPr id="24" name="Straight Connector 23">
            <a:extLst>
              <a:ext uri="{FF2B5EF4-FFF2-40B4-BE49-F238E27FC236}">
                <a16:creationId xmlns:a16="http://schemas.microsoft.com/office/drawing/2014/main" id="{A74F4E65-A0F8-4CD4-A4DE-4414B6786ACE}"/>
              </a:ext>
            </a:extLst>
          </p:cNvPr>
          <p:cNvCxnSpPr>
            <a:cxnSpLocks/>
          </p:cNvCxnSpPr>
          <p:nvPr userDrawn="1"/>
        </p:nvCxnSpPr>
        <p:spPr>
          <a:xfrm>
            <a:off x="547539" y="1492694"/>
            <a:ext cx="1371600" cy="0"/>
          </a:xfrm>
          <a:prstGeom prst="line">
            <a:avLst/>
          </a:prstGeom>
          <a:ln w="19050">
            <a:gradFill>
              <a:gsLst>
                <a:gs pos="0">
                  <a:schemeClr val="accent5"/>
                </a:gs>
                <a:gs pos="100000">
                  <a:schemeClr val="accent3"/>
                </a:gs>
              </a:gsLst>
              <a:lin ang="0" scaled="0"/>
            </a:gradFill>
          </a:ln>
        </p:spPr>
        <p:style>
          <a:lnRef idx="1">
            <a:schemeClr val="accent4"/>
          </a:lnRef>
          <a:fillRef idx="0">
            <a:schemeClr val="accent4"/>
          </a:fillRef>
          <a:effectRef idx="0">
            <a:schemeClr val="accent4"/>
          </a:effectRef>
          <a:fontRef idx="minor">
            <a:schemeClr val="tx1"/>
          </a:fontRef>
        </p:style>
      </p:cxnSp>
      <p:sp>
        <p:nvSpPr>
          <p:cNvPr id="19" name="Text Placeholder 2">
            <a:extLst>
              <a:ext uri="{FF2B5EF4-FFF2-40B4-BE49-F238E27FC236}">
                <a16:creationId xmlns:a16="http://schemas.microsoft.com/office/drawing/2014/main" id="{7D96A70E-4684-49EE-A176-8797ABF9264F}"/>
              </a:ext>
            </a:extLst>
          </p:cNvPr>
          <p:cNvSpPr>
            <a:spLocks noGrp="1"/>
          </p:cNvSpPr>
          <p:nvPr>
            <p:ph type="body" sz="quarter" idx="19" hasCustomPrompt="1"/>
          </p:nvPr>
        </p:nvSpPr>
        <p:spPr>
          <a:xfrm>
            <a:off x="503999" y="4242981"/>
            <a:ext cx="8686800" cy="304699"/>
          </a:xfrm>
        </p:spPr>
        <p:txBody>
          <a:bodyPr>
            <a:spAutoFit/>
          </a:bodyPr>
          <a:lstStyle>
            <a:lvl1pPr marL="27432" indent="0">
              <a:spcAft>
                <a:spcPts val="1000"/>
              </a:spcAft>
              <a:buNone/>
              <a:defRPr sz="18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Presented by: First &amp; Last Name, Job Title</a:t>
            </a:r>
          </a:p>
        </p:txBody>
      </p:sp>
      <p:sp>
        <p:nvSpPr>
          <p:cNvPr id="20" name="Text Placeholder 2">
            <a:extLst>
              <a:ext uri="{FF2B5EF4-FFF2-40B4-BE49-F238E27FC236}">
                <a16:creationId xmlns:a16="http://schemas.microsoft.com/office/drawing/2014/main" id="{D0FF5AAD-6C25-46B8-B15E-B66DD37FB503}"/>
              </a:ext>
            </a:extLst>
          </p:cNvPr>
          <p:cNvSpPr>
            <a:spLocks noGrp="1"/>
          </p:cNvSpPr>
          <p:nvPr>
            <p:ph type="body" sz="quarter" idx="20" hasCustomPrompt="1"/>
          </p:nvPr>
        </p:nvSpPr>
        <p:spPr>
          <a:xfrm>
            <a:off x="503999" y="4716903"/>
            <a:ext cx="8686800" cy="304699"/>
          </a:xfrm>
        </p:spPr>
        <p:txBody>
          <a:bodyPr>
            <a:noAutofit/>
          </a:bodyPr>
          <a:lstStyle>
            <a:lvl1pPr marL="36576" indent="0">
              <a:spcAft>
                <a:spcPts val="1000"/>
              </a:spcAft>
              <a:buNone/>
              <a:defRPr sz="1200" b="0">
                <a:solidFill>
                  <a:schemeClr val="bg1"/>
                </a:solidFill>
                <a:latin typeface="Calibri" panose="020F0502020204030204" pitchFamily="34" charset="0"/>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Day Month Year | Version X.X</a:t>
            </a:r>
          </a:p>
        </p:txBody>
      </p:sp>
      <p:sp>
        <p:nvSpPr>
          <p:cNvPr id="2" name="Rectangle 1">
            <a:extLst>
              <a:ext uri="{FF2B5EF4-FFF2-40B4-BE49-F238E27FC236}">
                <a16:creationId xmlns:a16="http://schemas.microsoft.com/office/drawing/2014/main" id="{CEDBD52A-FA07-4333-BDF8-9E9838C990AE}"/>
              </a:ext>
            </a:extLst>
          </p:cNvPr>
          <p:cNvSpPr>
            <a:spLocks noChangeAspect="1"/>
          </p:cNvSpPr>
          <p:nvPr userDrawn="1"/>
        </p:nvSpPr>
        <p:spPr>
          <a:xfrm>
            <a:off x="547539" y="0"/>
            <a:ext cx="1764266" cy="402336"/>
          </a:xfrm>
          <a:prstGeom prst="rect">
            <a:avLst/>
          </a:prstGeom>
          <a:solidFill>
            <a:schemeClr val="accent3"/>
          </a:solidFill>
          <a:ln>
            <a:noFill/>
          </a:ln>
        </p:spPr>
        <p:txBody>
          <a:bodyPr vert="horz" wrap="none" lIns="274320" tIns="91440" rIns="274320" bIns="91440" rtlCol="0" anchor="ctr" anchorCtr="0">
            <a:spAutoFit/>
          </a:bodyPr>
          <a:lstStyle/>
          <a:p>
            <a:pPr lvl="0" indent="0" defTabSz="914400">
              <a:lnSpc>
                <a:spcPct val="140000"/>
              </a:lnSpc>
              <a:spcBef>
                <a:spcPts val="400"/>
              </a:spcBef>
              <a:spcAft>
                <a:spcPts val="600"/>
              </a:spcAft>
              <a:buClr>
                <a:srgbClr val="F70656"/>
              </a:buClr>
              <a:buSzPct val="100000"/>
              <a:buFont typeface="Arial" panose="020B0604020202020204" pitchFamily="34" charset="0"/>
              <a:buNone/>
            </a:pPr>
            <a:r>
              <a:rPr lang="en-US" sz="1100" b="0" dirty="0">
                <a:solidFill>
                  <a:schemeClr val="bg1"/>
                </a:solidFill>
                <a:latin typeface="Calibri" panose="020F0502020204030204" pitchFamily="34" charset="0"/>
                <a:cs typeface="Calibri" panose="020F0502020204030204" pitchFamily="34" charset="0"/>
              </a:rPr>
              <a:t>For Internal Use Only</a:t>
            </a:r>
          </a:p>
        </p:txBody>
      </p:sp>
    </p:spTree>
    <p:extLst>
      <p:ext uri="{BB962C8B-B14F-4D97-AF65-F5344CB8AC3E}">
        <p14:creationId xmlns:p14="http://schemas.microsoft.com/office/powerpoint/2010/main" val="30574248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Agenda 1">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0C55CF-34F5-4087-9E3E-2F3C0AC7401F}"/>
              </a:ext>
            </a:extLst>
          </p:cNvPr>
          <p:cNvSpPr/>
          <p:nvPr userDrawn="1"/>
        </p:nvSpPr>
        <p:spPr>
          <a:xfrm>
            <a:off x="0" y="0"/>
            <a:ext cx="406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7"/>
          <p:cNvSpPr>
            <a:spLocks noGrp="1"/>
          </p:cNvSpPr>
          <p:nvPr>
            <p:ph type="body" sz="quarter" idx="12" hasCustomPrompt="1"/>
          </p:nvPr>
        </p:nvSpPr>
        <p:spPr>
          <a:xfrm>
            <a:off x="502920" y="2747610"/>
            <a:ext cx="3168355" cy="1175994"/>
          </a:xfrm>
        </p:spPr>
        <p:txBody>
          <a:bodyPr>
            <a:noAutofit/>
          </a:bodyPr>
          <a:lstStyle>
            <a:lvl1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1pPr>
            <a:lvl2pPr marL="0" indent="0">
              <a:lnSpc>
                <a:spcPct val="95000"/>
              </a:lnSpc>
              <a:spcBef>
                <a:spcPts val="0"/>
              </a:spcBef>
              <a:spcAft>
                <a:spcPts val="0"/>
              </a:spcAft>
              <a:buNone/>
              <a:defRPr sz="4200" b="0" i="0" cap="none" baseline="0">
                <a:solidFill>
                  <a:schemeClr val="bg1"/>
                </a:solidFill>
                <a:latin typeface="Calibri" panose="020F0502020204030204" pitchFamily="34" charset="0"/>
                <a:cs typeface="Calibri" panose="020F0502020204030204" pitchFamily="34" charset="0"/>
              </a:defRPr>
            </a:lvl2pPr>
          </a:lstStyle>
          <a:p>
            <a:pPr lvl="0"/>
            <a:r>
              <a:rPr lang="en-US"/>
              <a:t>Agenda</a:t>
            </a:r>
          </a:p>
        </p:txBody>
      </p:sp>
      <p:sp>
        <p:nvSpPr>
          <p:cNvPr id="15" name="Footer Placeholder 4">
            <a:extLst>
              <a:ext uri="{FF2B5EF4-FFF2-40B4-BE49-F238E27FC236}">
                <a16:creationId xmlns:a16="http://schemas.microsoft.com/office/drawing/2014/main" id="{24850F37-EFDF-458D-93CB-BE57E5D911C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7" name="Slide Number Placeholder 5">
            <a:extLst>
              <a:ext uri="{FF2B5EF4-FFF2-40B4-BE49-F238E27FC236}">
                <a16:creationId xmlns:a16="http://schemas.microsoft.com/office/drawing/2014/main" id="{EC497851-B8D9-46DC-B813-7DD2ACAD22B5}"/>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21" name="Text Placeholder 20">
            <a:extLst>
              <a:ext uri="{FF2B5EF4-FFF2-40B4-BE49-F238E27FC236}">
                <a16:creationId xmlns:a16="http://schemas.microsoft.com/office/drawing/2014/main" id="{3ACDE91D-4D1D-4484-BB57-6150B9718A2A}"/>
              </a:ext>
            </a:extLst>
          </p:cNvPr>
          <p:cNvSpPr>
            <a:spLocks noGrp="1"/>
          </p:cNvSpPr>
          <p:nvPr>
            <p:ph type="body" sz="quarter" idx="17" hasCustomPrompt="1"/>
          </p:nvPr>
        </p:nvSpPr>
        <p:spPr>
          <a:xfrm>
            <a:off x="533028" y="2171224"/>
            <a:ext cx="3028188" cy="269316"/>
          </a:xfrm>
        </p:spPr>
        <p:txBody>
          <a:bodyPr anchor="b"/>
          <a:lstStyle>
            <a:lvl1pPr marL="0" indent="0">
              <a:buNone/>
              <a:defRPr sz="1600" cap="all" baseline="0">
                <a:solidFill>
                  <a:schemeClr val="bg1"/>
                </a:solidFill>
                <a:latin typeface="Calibri" panose="020F0502020204030204" pitchFamily="34" charset="0"/>
                <a:cs typeface="Calibri" panose="020F0502020204030204" pitchFamily="34" charset="0"/>
              </a:defRPr>
            </a:lvl1pPr>
            <a:lvl2pPr marL="288662" indent="0">
              <a:buNone/>
              <a:defRPr>
                <a:solidFill>
                  <a:schemeClr val="tx1"/>
                </a:solidFill>
              </a:defRPr>
            </a:lvl2pPr>
            <a:lvl3pPr marL="576662" indent="0">
              <a:buNone/>
              <a:defRPr>
                <a:solidFill>
                  <a:schemeClr val="tx1"/>
                </a:solidFill>
              </a:defRPr>
            </a:lvl3pPr>
            <a:lvl4pPr marL="863600" indent="0">
              <a:buNone/>
              <a:defRPr>
                <a:solidFill>
                  <a:schemeClr val="tx1"/>
                </a:solidFill>
              </a:defRPr>
            </a:lvl4pPr>
            <a:lvl5pPr marL="1152525" indent="0">
              <a:buNone/>
              <a:defRPr>
                <a:solidFill>
                  <a:schemeClr val="tx1"/>
                </a:solidFill>
              </a:defRPr>
            </a:lvl5pPr>
          </a:lstStyle>
          <a:p>
            <a:pPr lvl="0"/>
            <a:r>
              <a:rPr lang="en-US"/>
              <a:t>Optional subtext</a:t>
            </a:r>
          </a:p>
        </p:txBody>
      </p:sp>
      <p:sp>
        <p:nvSpPr>
          <p:cNvPr id="24" name="Text Placeholder 23">
            <a:extLst>
              <a:ext uri="{FF2B5EF4-FFF2-40B4-BE49-F238E27FC236}">
                <a16:creationId xmlns:a16="http://schemas.microsoft.com/office/drawing/2014/main" id="{3F65973C-9F27-4BDC-978F-2360481FC588}"/>
              </a:ext>
            </a:extLst>
          </p:cNvPr>
          <p:cNvSpPr>
            <a:spLocks noGrp="1"/>
          </p:cNvSpPr>
          <p:nvPr>
            <p:ph type="body" sz="quarter" idx="18" hasCustomPrompt="1"/>
          </p:nvPr>
        </p:nvSpPr>
        <p:spPr>
          <a:xfrm>
            <a:off x="533029" y="4222956"/>
            <a:ext cx="3138245" cy="352417"/>
          </a:xfrm>
        </p:spPr>
        <p:txBody>
          <a:bodyPr/>
          <a:lstStyle>
            <a:lvl1pPr marL="0" indent="0">
              <a:buNone/>
              <a:defRPr sz="1800">
                <a:solidFill>
                  <a:schemeClr val="bg1"/>
                </a:solidFill>
                <a:latin typeface="Calibri" panose="020F0502020204030204" pitchFamily="34" charset="0"/>
                <a:cs typeface="Calibri" panose="020F0502020204030204" pitchFamily="34" charset="0"/>
              </a:defRPr>
            </a:lvl1pPr>
          </a:lstStyle>
          <a:p>
            <a:pPr lvl="0"/>
            <a:r>
              <a:rPr lang="en-US"/>
              <a:t>Optional Subhead</a:t>
            </a:r>
          </a:p>
        </p:txBody>
      </p:sp>
      <p:cxnSp>
        <p:nvCxnSpPr>
          <p:cNvPr id="19" name="Straight Connector 18">
            <a:extLst>
              <a:ext uri="{FF2B5EF4-FFF2-40B4-BE49-F238E27FC236}">
                <a16:creationId xmlns:a16="http://schemas.microsoft.com/office/drawing/2014/main" id="{4C6A95B9-B909-4AE1-9C03-BE27F7E1CD03}"/>
              </a:ext>
            </a:extLst>
          </p:cNvPr>
          <p:cNvCxnSpPr>
            <a:cxnSpLocks/>
          </p:cNvCxnSpPr>
          <p:nvPr userDrawn="1"/>
        </p:nvCxnSpPr>
        <p:spPr>
          <a:xfrm>
            <a:off x="547539" y="2605073"/>
            <a:ext cx="1371600" cy="0"/>
          </a:xfrm>
          <a:prstGeom prst="line">
            <a:avLst/>
          </a:prstGeom>
          <a:ln w="19050">
            <a:gradFill>
              <a:gsLst>
                <a:gs pos="0">
                  <a:schemeClr val="accent5"/>
                </a:gs>
                <a:gs pos="100000">
                  <a:schemeClr val="accent3"/>
                </a:gs>
              </a:gsLst>
              <a:lin ang="0" scaled="0"/>
            </a:gradFill>
          </a:ln>
        </p:spPr>
        <p:style>
          <a:lnRef idx="1">
            <a:schemeClr val="accent4"/>
          </a:lnRef>
          <a:fillRef idx="0">
            <a:schemeClr val="accent4"/>
          </a:fillRef>
          <a:effectRef idx="0">
            <a:schemeClr val="accent4"/>
          </a:effectRef>
          <a:fontRef idx="minor">
            <a:schemeClr val="tx1"/>
          </a:fontRef>
        </p:style>
      </p:cxnSp>
      <p:grpSp>
        <p:nvGrpSpPr>
          <p:cNvPr id="34" name="Group 51">
            <a:extLst>
              <a:ext uri="{FF2B5EF4-FFF2-40B4-BE49-F238E27FC236}">
                <a16:creationId xmlns:a16="http://schemas.microsoft.com/office/drawing/2014/main" id="{529C1710-6DE3-4C38-AC51-8384621470A0}"/>
              </a:ext>
            </a:extLst>
          </p:cNvPr>
          <p:cNvGrpSpPr>
            <a:grpSpLocks noChangeAspect="1"/>
          </p:cNvGrpSpPr>
          <p:nvPr userDrawn="1"/>
        </p:nvGrpSpPr>
        <p:grpSpPr bwMode="auto">
          <a:xfrm>
            <a:off x="10539492" y="6305176"/>
            <a:ext cx="1149588" cy="267392"/>
            <a:chOff x="3618" y="2108"/>
            <a:chExt cx="589" cy="137"/>
          </a:xfrm>
          <a:solidFill>
            <a:schemeClr val="tx2"/>
          </a:solidFill>
        </p:grpSpPr>
        <p:sp>
          <p:nvSpPr>
            <p:cNvPr id="35" name="Freeform 52">
              <a:extLst>
                <a:ext uri="{FF2B5EF4-FFF2-40B4-BE49-F238E27FC236}">
                  <a16:creationId xmlns:a16="http://schemas.microsoft.com/office/drawing/2014/main" id="{AD904508-DDE2-49D1-B376-38129FC12E26}"/>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6" name="Freeform 53">
              <a:extLst>
                <a:ext uri="{FF2B5EF4-FFF2-40B4-BE49-F238E27FC236}">
                  <a16:creationId xmlns:a16="http://schemas.microsoft.com/office/drawing/2014/main" id="{E0085B3A-2F03-491D-A5C9-2D9FEF4578AE}"/>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7" name="Freeform 54">
              <a:extLst>
                <a:ext uri="{FF2B5EF4-FFF2-40B4-BE49-F238E27FC236}">
                  <a16:creationId xmlns:a16="http://schemas.microsoft.com/office/drawing/2014/main" id="{6DEB3437-58E7-4B1F-B933-86FB8ABD2CA3}"/>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8" name="Freeform 55">
              <a:extLst>
                <a:ext uri="{FF2B5EF4-FFF2-40B4-BE49-F238E27FC236}">
                  <a16:creationId xmlns:a16="http://schemas.microsoft.com/office/drawing/2014/main" id="{70B507A7-C5DA-4E84-ABE8-847D8F41211F}"/>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9" name="Freeform 56">
              <a:extLst>
                <a:ext uri="{FF2B5EF4-FFF2-40B4-BE49-F238E27FC236}">
                  <a16:creationId xmlns:a16="http://schemas.microsoft.com/office/drawing/2014/main" id="{20D46B43-87EA-4453-B5F6-049F10F0CD66}"/>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0" name="Freeform 57">
              <a:extLst>
                <a:ext uri="{FF2B5EF4-FFF2-40B4-BE49-F238E27FC236}">
                  <a16:creationId xmlns:a16="http://schemas.microsoft.com/office/drawing/2014/main" id="{E922DAE1-5A5E-4592-BCE4-D8771432008D}"/>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1" name="Freeform 58">
              <a:extLst>
                <a:ext uri="{FF2B5EF4-FFF2-40B4-BE49-F238E27FC236}">
                  <a16:creationId xmlns:a16="http://schemas.microsoft.com/office/drawing/2014/main" id="{616EBC2C-FBCE-44B2-BF0D-8404887021F5}"/>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2" name="Freeform 59">
              <a:extLst>
                <a:ext uri="{FF2B5EF4-FFF2-40B4-BE49-F238E27FC236}">
                  <a16:creationId xmlns:a16="http://schemas.microsoft.com/office/drawing/2014/main" id="{D9D0D086-8AF3-462D-AAB7-0DB1F99B2F9B}"/>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12" name="Text Placeholder 11">
            <a:extLst>
              <a:ext uri="{FF2B5EF4-FFF2-40B4-BE49-F238E27FC236}">
                <a16:creationId xmlns:a16="http://schemas.microsoft.com/office/drawing/2014/main" id="{017B3B39-B265-4E99-A9BE-AA21AB0B7EEF}"/>
              </a:ext>
            </a:extLst>
          </p:cNvPr>
          <p:cNvSpPr>
            <a:spLocks noGrp="1"/>
          </p:cNvSpPr>
          <p:nvPr>
            <p:ph type="body" sz="quarter" idx="34" hasCustomPrompt="1"/>
          </p:nvPr>
        </p:nvSpPr>
        <p:spPr>
          <a:xfrm>
            <a:off x="4450630" y="805100"/>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4" name="Text Placeholder 11">
            <a:extLst>
              <a:ext uri="{FF2B5EF4-FFF2-40B4-BE49-F238E27FC236}">
                <a16:creationId xmlns:a16="http://schemas.microsoft.com/office/drawing/2014/main" id="{BCDD6624-79D4-43EE-8388-678318787488}"/>
              </a:ext>
            </a:extLst>
          </p:cNvPr>
          <p:cNvSpPr>
            <a:spLocks noGrp="1"/>
          </p:cNvSpPr>
          <p:nvPr>
            <p:ph type="body" sz="quarter" idx="35" hasCustomPrompt="1"/>
          </p:nvPr>
        </p:nvSpPr>
        <p:spPr>
          <a:xfrm>
            <a:off x="4450630" y="1399944"/>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5" name="Text Placeholder 11">
            <a:extLst>
              <a:ext uri="{FF2B5EF4-FFF2-40B4-BE49-F238E27FC236}">
                <a16:creationId xmlns:a16="http://schemas.microsoft.com/office/drawing/2014/main" id="{44FA0051-EB3F-46DB-8AFE-39CE0A27C81C}"/>
              </a:ext>
            </a:extLst>
          </p:cNvPr>
          <p:cNvSpPr>
            <a:spLocks noGrp="1"/>
          </p:cNvSpPr>
          <p:nvPr>
            <p:ph type="body" sz="quarter" idx="36" hasCustomPrompt="1"/>
          </p:nvPr>
        </p:nvSpPr>
        <p:spPr>
          <a:xfrm>
            <a:off x="4450630" y="1990691"/>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6" name="Text Placeholder 11">
            <a:extLst>
              <a:ext uri="{FF2B5EF4-FFF2-40B4-BE49-F238E27FC236}">
                <a16:creationId xmlns:a16="http://schemas.microsoft.com/office/drawing/2014/main" id="{F8FDC20D-A346-4F65-ADAC-F0E3D0B8F78D}"/>
              </a:ext>
            </a:extLst>
          </p:cNvPr>
          <p:cNvSpPr>
            <a:spLocks noGrp="1"/>
          </p:cNvSpPr>
          <p:nvPr>
            <p:ph type="body" sz="quarter" idx="37" hasCustomPrompt="1"/>
          </p:nvPr>
        </p:nvSpPr>
        <p:spPr>
          <a:xfrm>
            <a:off x="4450630" y="2581438"/>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7" name="Text Placeholder 11">
            <a:extLst>
              <a:ext uri="{FF2B5EF4-FFF2-40B4-BE49-F238E27FC236}">
                <a16:creationId xmlns:a16="http://schemas.microsoft.com/office/drawing/2014/main" id="{6BDA99B2-4303-4C80-9FDF-D71347CB6D1C}"/>
              </a:ext>
            </a:extLst>
          </p:cNvPr>
          <p:cNvSpPr>
            <a:spLocks noGrp="1"/>
          </p:cNvSpPr>
          <p:nvPr>
            <p:ph type="body" sz="quarter" idx="38" hasCustomPrompt="1"/>
          </p:nvPr>
        </p:nvSpPr>
        <p:spPr>
          <a:xfrm>
            <a:off x="4450630" y="3172185"/>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8" name="Text Placeholder 11">
            <a:extLst>
              <a:ext uri="{FF2B5EF4-FFF2-40B4-BE49-F238E27FC236}">
                <a16:creationId xmlns:a16="http://schemas.microsoft.com/office/drawing/2014/main" id="{52B94B40-F7E9-4670-B7FF-9C05849669C1}"/>
              </a:ext>
            </a:extLst>
          </p:cNvPr>
          <p:cNvSpPr>
            <a:spLocks noGrp="1"/>
          </p:cNvSpPr>
          <p:nvPr>
            <p:ph type="body" sz="quarter" idx="39" hasCustomPrompt="1"/>
          </p:nvPr>
        </p:nvSpPr>
        <p:spPr>
          <a:xfrm>
            <a:off x="4450630" y="3762932"/>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9" name="Text Placeholder 11">
            <a:extLst>
              <a:ext uri="{FF2B5EF4-FFF2-40B4-BE49-F238E27FC236}">
                <a16:creationId xmlns:a16="http://schemas.microsoft.com/office/drawing/2014/main" id="{BBC37ABC-FC4E-49DD-8633-C71FA2DC508B}"/>
              </a:ext>
            </a:extLst>
          </p:cNvPr>
          <p:cNvSpPr>
            <a:spLocks noGrp="1"/>
          </p:cNvSpPr>
          <p:nvPr>
            <p:ph type="body" sz="quarter" idx="40" hasCustomPrompt="1"/>
          </p:nvPr>
        </p:nvSpPr>
        <p:spPr>
          <a:xfrm>
            <a:off x="4450630" y="4353679"/>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50" name="Text Placeholder 11">
            <a:extLst>
              <a:ext uri="{FF2B5EF4-FFF2-40B4-BE49-F238E27FC236}">
                <a16:creationId xmlns:a16="http://schemas.microsoft.com/office/drawing/2014/main" id="{24C61A50-D5DD-453A-B820-F6B0A37BC98A}"/>
              </a:ext>
            </a:extLst>
          </p:cNvPr>
          <p:cNvSpPr>
            <a:spLocks noGrp="1"/>
          </p:cNvSpPr>
          <p:nvPr>
            <p:ph type="body" sz="quarter" idx="41" hasCustomPrompt="1"/>
          </p:nvPr>
        </p:nvSpPr>
        <p:spPr>
          <a:xfrm>
            <a:off x="4450630" y="4944428"/>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3" name="Footer Placeholder 4">
            <a:extLst>
              <a:ext uri="{FF2B5EF4-FFF2-40B4-BE49-F238E27FC236}">
                <a16:creationId xmlns:a16="http://schemas.microsoft.com/office/drawing/2014/main" id="{0019961D-6949-4BCA-B46F-25F926FF49C4}"/>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1529015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Only (Small Logo)">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F425E74-4630-48CA-B175-5B1CD339C33A}"/>
              </a:ext>
            </a:extLst>
          </p:cNvPr>
          <p:cNvSpPr/>
          <p:nvPr/>
        </p:nvSpPr>
        <p:spPr>
          <a:xfrm>
            <a:off x="0" y="-1"/>
            <a:ext cx="12192000" cy="6867549"/>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a:xfrm>
            <a:off x="504000" y="612000"/>
            <a:ext cx="11050690" cy="396000"/>
          </a:xfrm>
        </p:spPr>
        <p:txBody>
          <a:bodyPr>
            <a:noAutofit/>
          </a:bodyPr>
          <a:lstStyle>
            <a:lvl1pPr>
              <a:defRPr>
                <a:solidFill>
                  <a:schemeClr val="tx2"/>
                </a:solidFill>
              </a:defRPr>
            </a:lvl1pPr>
          </a:lstStyle>
          <a:p>
            <a:r>
              <a:rPr lang="en-US"/>
              <a:t>Click to edit Master title style</a:t>
            </a:r>
          </a:p>
        </p:txBody>
      </p:sp>
      <p:sp>
        <p:nvSpPr>
          <p:cNvPr id="8" name="Text Placeholder 7"/>
          <p:cNvSpPr>
            <a:spLocks noGrp="1"/>
          </p:cNvSpPr>
          <p:nvPr>
            <p:ph type="body" sz="quarter" idx="13"/>
          </p:nvPr>
        </p:nvSpPr>
        <p:spPr>
          <a:xfrm>
            <a:off x="504000" y="1044000"/>
            <a:ext cx="11050690" cy="432000"/>
          </a:xfrm>
        </p:spPr>
        <p:txBody>
          <a:bodyPr>
            <a:noAutofit/>
          </a:bodyPr>
          <a:lstStyle>
            <a:lvl1pPr marL="0" indent="0">
              <a:lnSpc>
                <a:spcPts val="2800"/>
              </a:lnSpc>
              <a:spcAft>
                <a:spcPts val="0"/>
              </a:spcAft>
              <a:buNone/>
              <a:defRPr sz="2800" b="1" cap="none" baseline="0">
                <a:solidFill>
                  <a:schemeClr val="bg2"/>
                </a:solidFill>
              </a:defRPr>
            </a:lvl1pPr>
          </a:lstStyle>
          <a:p>
            <a:pPr lvl="0"/>
            <a:r>
              <a:rPr lang="en-US"/>
              <a:t>Edit Master text styles</a:t>
            </a:r>
          </a:p>
        </p:txBody>
      </p:sp>
      <p:grpSp>
        <p:nvGrpSpPr>
          <p:cNvPr id="4" name="Group 3">
            <a:extLst>
              <a:ext uri="{FF2B5EF4-FFF2-40B4-BE49-F238E27FC236}">
                <a16:creationId xmlns:a16="http://schemas.microsoft.com/office/drawing/2014/main" id="{9BAF8D6C-3C77-46F6-9E50-ADDE6DB69356}"/>
              </a:ext>
            </a:extLst>
          </p:cNvPr>
          <p:cNvGrpSpPr/>
          <p:nvPr/>
        </p:nvGrpSpPr>
        <p:grpSpPr>
          <a:xfrm>
            <a:off x="11216258" y="5689600"/>
            <a:ext cx="983681" cy="1177148"/>
            <a:chOff x="10512000" y="4846831"/>
            <a:chExt cx="1687939" cy="2019917"/>
          </a:xfrm>
        </p:grpSpPr>
        <p:sp>
          <p:nvSpPr>
            <p:cNvPr id="15" name="Isosceles Triangle 7">
              <a:extLst>
                <a:ext uri="{FF2B5EF4-FFF2-40B4-BE49-F238E27FC236}">
                  <a16:creationId xmlns:a16="http://schemas.microsoft.com/office/drawing/2014/main" id="{97A3D32B-FCFD-4B55-AE5E-14F45BD63872}"/>
                </a:ext>
              </a:extLst>
            </p:cNvPr>
            <p:cNvSpPr/>
            <p:nvPr userDrawn="1"/>
          </p:nvSpPr>
          <p:spPr>
            <a:xfrm>
              <a:off x="10512000" y="4846831"/>
              <a:ext cx="1687939" cy="2019917"/>
            </a:xfrm>
            <a:custGeom>
              <a:avLst/>
              <a:gdLst>
                <a:gd name="connsiteX0" fmla="*/ 0 w 1800000"/>
                <a:gd name="connsiteY0" fmla="*/ 2019600 h 2019600"/>
                <a:gd name="connsiteX1" fmla="*/ 900000 w 1800000"/>
                <a:gd name="connsiteY1" fmla="*/ 0 h 2019600"/>
                <a:gd name="connsiteX2" fmla="*/ 1800000 w 1800000"/>
                <a:gd name="connsiteY2" fmla="*/ 2019600 h 2019600"/>
                <a:gd name="connsiteX3" fmla="*/ 0 w 1800000"/>
                <a:gd name="connsiteY3" fmla="*/ 2019600 h 2019600"/>
                <a:gd name="connsiteX0" fmla="*/ 0 w 1800000"/>
                <a:gd name="connsiteY0" fmla="*/ 2019600 h 2019600"/>
                <a:gd name="connsiteX1" fmla="*/ 900000 w 1800000"/>
                <a:gd name="connsiteY1" fmla="*/ 0 h 2019600"/>
                <a:gd name="connsiteX2" fmla="*/ 1678228 w 1800000"/>
                <a:gd name="connsiteY2" fmla="*/ 1739459 h 2019600"/>
                <a:gd name="connsiteX3" fmla="*/ 1800000 w 1800000"/>
                <a:gd name="connsiteY3" fmla="*/ 2019600 h 2019600"/>
                <a:gd name="connsiteX4" fmla="*/ 0 w 1800000"/>
                <a:gd name="connsiteY4" fmla="*/ 2019600 h 2019600"/>
                <a:gd name="connsiteX0" fmla="*/ 0 w 1800000"/>
                <a:gd name="connsiteY0" fmla="*/ 2019600 h 2019600"/>
                <a:gd name="connsiteX1" fmla="*/ 900000 w 1800000"/>
                <a:gd name="connsiteY1" fmla="*/ 0 h 2019600"/>
                <a:gd name="connsiteX2" fmla="*/ 1678228 w 1800000"/>
                <a:gd name="connsiteY2" fmla="*/ 1739459 h 2019600"/>
                <a:gd name="connsiteX3" fmla="*/ 1800000 w 1800000"/>
                <a:gd name="connsiteY3" fmla="*/ 2019600 h 2019600"/>
                <a:gd name="connsiteX4" fmla="*/ 1683544 w 1800000"/>
                <a:gd name="connsiteY4" fmla="*/ 2015906 h 2019600"/>
                <a:gd name="connsiteX5" fmla="*/ 0 w 1800000"/>
                <a:gd name="connsiteY5" fmla="*/ 2019600 h 2019600"/>
                <a:gd name="connsiteX0" fmla="*/ 0 w 1683544"/>
                <a:gd name="connsiteY0" fmla="*/ 2019600 h 2019600"/>
                <a:gd name="connsiteX1" fmla="*/ 900000 w 1683544"/>
                <a:gd name="connsiteY1" fmla="*/ 0 h 2019600"/>
                <a:gd name="connsiteX2" fmla="*/ 1678228 w 1683544"/>
                <a:gd name="connsiteY2" fmla="*/ 1739459 h 2019600"/>
                <a:gd name="connsiteX3" fmla="*/ 1683544 w 1683544"/>
                <a:gd name="connsiteY3" fmla="*/ 2015906 h 2019600"/>
                <a:gd name="connsiteX4" fmla="*/ 0 w 1683544"/>
                <a:gd name="connsiteY4" fmla="*/ 2019600 h 2019600"/>
                <a:gd name="connsiteX0" fmla="*/ 0 w 1683544"/>
                <a:gd name="connsiteY0" fmla="*/ 2019600 h 2019600"/>
                <a:gd name="connsiteX1" fmla="*/ 900000 w 1683544"/>
                <a:gd name="connsiteY1" fmla="*/ 0 h 2019600"/>
                <a:gd name="connsiteX2" fmla="*/ 1683544 w 1683544"/>
                <a:gd name="connsiteY2" fmla="*/ 1750091 h 2019600"/>
                <a:gd name="connsiteX3" fmla="*/ 1683544 w 1683544"/>
                <a:gd name="connsiteY3" fmla="*/ 2015906 h 2019600"/>
                <a:gd name="connsiteX4" fmla="*/ 0 w 1683544"/>
                <a:gd name="connsiteY4" fmla="*/ 2019600 h 2019600"/>
                <a:gd name="connsiteX0" fmla="*/ 0 w 1683544"/>
                <a:gd name="connsiteY0" fmla="*/ 2019600 h 2027938"/>
                <a:gd name="connsiteX1" fmla="*/ 900000 w 1683544"/>
                <a:gd name="connsiteY1" fmla="*/ 0 h 2027938"/>
                <a:gd name="connsiteX2" fmla="*/ 1683544 w 1683544"/>
                <a:gd name="connsiteY2" fmla="*/ 1750091 h 2027938"/>
                <a:gd name="connsiteX3" fmla="*/ 1683544 w 1683544"/>
                <a:gd name="connsiteY3" fmla="*/ 2027938 h 2027938"/>
                <a:gd name="connsiteX4" fmla="*/ 0 w 1683544"/>
                <a:gd name="connsiteY4" fmla="*/ 2019600 h 2027938"/>
                <a:gd name="connsiteX0" fmla="*/ 0 w 1687554"/>
                <a:gd name="connsiteY0" fmla="*/ 2019600 h 2023927"/>
                <a:gd name="connsiteX1" fmla="*/ 900000 w 1687554"/>
                <a:gd name="connsiteY1" fmla="*/ 0 h 2023927"/>
                <a:gd name="connsiteX2" fmla="*/ 1683544 w 1687554"/>
                <a:gd name="connsiteY2" fmla="*/ 1750091 h 2023927"/>
                <a:gd name="connsiteX3" fmla="*/ 1687554 w 1687554"/>
                <a:gd name="connsiteY3" fmla="*/ 2023927 h 2023927"/>
                <a:gd name="connsiteX4" fmla="*/ 0 w 1687554"/>
                <a:gd name="connsiteY4" fmla="*/ 2019600 h 2023927"/>
                <a:gd name="connsiteX0" fmla="*/ 0 w 1687554"/>
                <a:gd name="connsiteY0" fmla="*/ 2019600 h 2019917"/>
                <a:gd name="connsiteX1" fmla="*/ 900000 w 1687554"/>
                <a:gd name="connsiteY1" fmla="*/ 0 h 2019917"/>
                <a:gd name="connsiteX2" fmla="*/ 1683544 w 1687554"/>
                <a:gd name="connsiteY2" fmla="*/ 1750091 h 2019917"/>
                <a:gd name="connsiteX3" fmla="*/ 1687554 w 1687554"/>
                <a:gd name="connsiteY3" fmla="*/ 2019917 h 2019917"/>
                <a:gd name="connsiteX4" fmla="*/ 0 w 1687554"/>
                <a:gd name="connsiteY4" fmla="*/ 2019600 h 2019917"/>
                <a:gd name="connsiteX0" fmla="*/ 0 w 1687939"/>
                <a:gd name="connsiteY0" fmla="*/ 2019600 h 2019917"/>
                <a:gd name="connsiteX1" fmla="*/ 900000 w 1687939"/>
                <a:gd name="connsiteY1" fmla="*/ 0 h 2019917"/>
                <a:gd name="connsiteX2" fmla="*/ 1687554 w 1687939"/>
                <a:gd name="connsiteY2" fmla="*/ 1758112 h 2019917"/>
                <a:gd name="connsiteX3" fmla="*/ 1687554 w 1687939"/>
                <a:gd name="connsiteY3" fmla="*/ 2019917 h 2019917"/>
                <a:gd name="connsiteX4" fmla="*/ 0 w 1687939"/>
                <a:gd name="connsiteY4" fmla="*/ 2019600 h 2019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7939" h="2019917">
                  <a:moveTo>
                    <a:pt x="0" y="2019600"/>
                  </a:moveTo>
                  <a:lnTo>
                    <a:pt x="900000" y="0"/>
                  </a:lnTo>
                  <a:lnTo>
                    <a:pt x="1687554" y="1758112"/>
                  </a:lnTo>
                  <a:cubicBezTo>
                    <a:pt x="1688891" y="1849391"/>
                    <a:pt x="1686217" y="1928638"/>
                    <a:pt x="1687554" y="2019917"/>
                  </a:cubicBezTo>
                  <a:lnTo>
                    <a:pt x="0" y="2019600"/>
                  </a:lnTo>
                  <a:close/>
                </a:path>
              </a:pathLst>
            </a:custGeom>
            <a:solidFill>
              <a:schemeClr val="bg2">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50400" y="6318000"/>
              <a:ext cx="961200" cy="215694"/>
            </a:xfrm>
            <a:prstGeom prst="rect">
              <a:avLst/>
            </a:prstGeom>
          </p:spPr>
        </p:pic>
      </p:gr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lumMod val="50000"/>
                    <a:lumOff val="50000"/>
                  </a:schemeClr>
                </a:solidFill>
              </a:defRPr>
            </a:lvl1pPr>
          </a:lstStyle>
          <a:p>
            <a:r>
              <a:rPr lang="en-GB" dirty="0"/>
              <a:t>© 2018 AVEVA Solutions Limited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lumMod val="50000"/>
                    <a:lumOff val="50000"/>
                  </a:schemeClr>
                </a:solidFill>
              </a:defRPr>
            </a:lvl1p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860651885"/>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DD5F255-CB82-4B9A-9E8F-1C62F21E502C}"/>
              </a:ext>
            </a:extLst>
          </p:cNvPr>
          <p:cNvSpPr/>
          <p:nvPr userDrawn="1"/>
        </p:nvSpPr>
        <p:spPr>
          <a:xfrm>
            <a:off x="0" y="-1"/>
            <a:ext cx="12192000" cy="6867549"/>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icture Placeholder 3">
            <a:extLst>
              <a:ext uri="{FF2B5EF4-FFF2-40B4-BE49-F238E27FC236}">
                <a16:creationId xmlns:a16="http://schemas.microsoft.com/office/drawing/2014/main" id="{1C3735A6-9437-4067-9E87-1F796CA9B335}"/>
              </a:ext>
            </a:extLst>
          </p:cNvPr>
          <p:cNvSpPr>
            <a:spLocks noGrp="1"/>
          </p:cNvSpPr>
          <p:nvPr>
            <p:ph type="pic" sz="quarter" idx="14" hasCustomPrompt="1"/>
          </p:nvPr>
        </p:nvSpPr>
        <p:spPr>
          <a:xfrm>
            <a:off x="8011236" y="-13647"/>
            <a:ext cx="4194671" cy="6881884"/>
          </a:xfrm>
          <a:custGeom>
            <a:avLst/>
            <a:gdLst>
              <a:gd name="connsiteX0" fmla="*/ 0 w 5413824"/>
              <a:gd name="connsiteY0" fmla="*/ 0 h 6861175"/>
              <a:gd name="connsiteX1" fmla="*/ 5413824 w 5413824"/>
              <a:gd name="connsiteY1" fmla="*/ 0 h 6861175"/>
              <a:gd name="connsiteX2" fmla="*/ 5413824 w 5413824"/>
              <a:gd name="connsiteY2" fmla="*/ 6861175 h 6861175"/>
              <a:gd name="connsiteX3" fmla="*/ 0 w 5413824"/>
              <a:gd name="connsiteY3" fmla="*/ 6861175 h 6861175"/>
              <a:gd name="connsiteX4" fmla="*/ 0 w 5413824"/>
              <a:gd name="connsiteY4" fmla="*/ 0 h 6861175"/>
              <a:gd name="connsiteX0" fmla="*/ 0 w 5413824"/>
              <a:gd name="connsiteY0" fmla="*/ 0 h 6861175"/>
              <a:gd name="connsiteX1" fmla="*/ 3034564 w 5413824"/>
              <a:gd name="connsiteY1" fmla="*/ 0 h 6861175"/>
              <a:gd name="connsiteX2" fmla="*/ 5413824 w 5413824"/>
              <a:gd name="connsiteY2" fmla="*/ 0 h 6861175"/>
              <a:gd name="connsiteX3" fmla="*/ 5413824 w 5413824"/>
              <a:gd name="connsiteY3" fmla="*/ 6861175 h 6861175"/>
              <a:gd name="connsiteX4" fmla="*/ 0 w 5413824"/>
              <a:gd name="connsiteY4" fmla="*/ 6861175 h 6861175"/>
              <a:gd name="connsiteX5" fmla="*/ 0 w 5413824"/>
              <a:gd name="connsiteY5" fmla="*/ 0 h 6861175"/>
              <a:gd name="connsiteX0" fmla="*/ 0 w 5413824"/>
              <a:gd name="connsiteY0" fmla="*/ 6861175 h 6861175"/>
              <a:gd name="connsiteX1" fmla="*/ 3034564 w 5413824"/>
              <a:gd name="connsiteY1" fmla="*/ 0 h 6861175"/>
              <a:gd name="connsiteX2" fmla="*/ 5413824 w 5413824"/>
              <a:gd name="connsiteY2" fmla="*/ 0 h 6861175"/>
              <a:gd name="connsiteX3" fmla="*/ 5413824 w 5413824"/>
              <a:gd name="connsiteY3" fmla="*/ 6861175 h 6861175"/>
              <a:gd name="connsiteX4" fmla="*/ 0 w 5413824"/>
              <a:gd name="connsiteY4" fmla="*/ 6861175 h 6861175"/>
              <a:gd name="connsiteX0" fmla="*/ 0 w 5427472"/>
              <a:gd name="connsiteY0" fmla="*/ 6861175 h 6861175"/>
              <a:gd name="connsiteX1" fmla="*/ 3048212 w 5427472"/>
              <a:gd name="connsiteY1" fmla="*/ 0 h 6861175"/>
              <a:gd name="connsiteX2" fmla="*/ 5427472 w 5427472"/>
              <a:gd name="connsiteY2" fmla="*/ 0 h 6861175"/>
              <a:gd name="connsiteX3" fmla="*/ 5427472 w 5427472"/>
              <a:gd name="connsiteY3" fmla="*/ 6861175 h 6861175"/>
              <a:gd name="connsiteX4" fmla="*/ 0 w 5427472"/>
              <a:gd name="connsiteY4" fmla="*/ 6861175 h 6861175"/>
              <a:gd name="connsiteX0" fmla="*/ 0 w 5427472"/>
              <a:gd name="connsiteY0" fmla="*/ 6861175 h 6861175"/>
              <a:gd name="connsiteX1" fmla="*/ 3048212 w 5427472"/>
              <a:gd name="connsiteY1" fmla="*/ 0 h 6861175"/>
              <a:gd name="connsiteX2" fmla="*/ 5427472 w 5427472"/>
              <a:gd name="connsiteY2" fmla="*/ 0 h 6861175"/>
              <a:gd name="connsiteX3" fmla="*/ 5427472 w 5427472"/>
              <a:gd name="connsiteY3" fmla="*/ 6861175 h 6861175"/>
              <a:gd name="connsiteX4" fmla="*/ 3745756 w 5427472"/>
              <a:gd name="connsiteY4" fmla="*/ 6858000 h 6861175"/>
              <a:gd name="connsiteX5" fmla="*/ 0 w 5427472"/>
              <a:gd name="connsiteY5" fmla="*/ 6861175 h 6861175"/>
              <a:gd name="connsiteX0" fmla="*/ 0 w 5427472"/>
              <a:gd name="connsiteY0" fmla="*/ 6861175 h 6861175"/>
              <a:gd name="connsiteX1" fmla="*/ 3048212 w 5427472"/>
              <a:gd name="connsiteY1" fmla="*/ 0 h 6861175"/>
              <a:gd name="connsiteX2" fmla="*/ 5427472 w 5427472"/>
              <a:gd name="connsiteY2" fmla="*/ 0 h 6861175"/>
              <a:gd name="connsiteX3" fmla="*/ 5425700 w 5427472"/>
              <a:gd name="connsiteY3" fmla="*/ 6576237 h 6861175"/>
              <a:gd name="connsiteX4" fmla="*/ 5427472 w 5427472"/>
              <a:gd name="connsiteY4" fmla="*/ 6861175 h 6861175"/>
              <a:gd name="connsiteX5" fmla="*/ 3745756 w 5427472"/>
              <a:gd name="connsiteY5" fmla="*/ 6858000 h 6861175"/>
              <a:gd name="connsiteX6" fmla="*/ 0 w 5427472"/>
              <a:gd name="connsiteY6" fmla="*/ 6861175 h 6861175"/>
              <a:gd name="connsiteX0" fmla="*/ 0 w 5427472"/>
              <a:gd name="connsiteY0" fmla="*/ 6861175 h 6861175"/>
              <a:gd name="connsiteX1" fmla="*/ 3048212 w 5427472"/>
              <a:gd name="connsiteY1" fmla="*/ 0 h 6861175"/>
              <a:gd name="connsiteX2" fmla="*/ 5427472 w 5427472"/>
              <a:gd name="connsiteY2" fmla="*/ 0 h 6861175"/>
              <a:gd name="connsiteX3" fmla="*/ 5425700 w 5427472"/>
              <a:gd name="connsiteY3" fmla="*/ 6576237 h 6861175"/>
              <a:gd name="connsiteX4" fmla="*/ 4640663 w 5427472"/>
              <a:gd name="connsiteY4" fmla="*/ 4851622 h 6861175"/>
              <a:gd name="connsiteX5" fmla="*/ 3745756 w 5427472"/>
              <a:gd name="connsiteY5" fmla="*/ 6858000 h 6861175"/>
              <a:gd name="connsiteX6" fmla="*/ 0 w 5427472"/>
              <a:gd name="connsiteY6" fmla="*/ 6861175 h 6861175"/>
              <a:gd name="connsiteX0" fmla="*/ 0 w 5427472"/>
              <a:gd name="connsiteY0" fmla="*/ 6861175 h 6861175"/>
              <a:gd name="connsiteX1" fmla="*/ 3048212 w 5427472"/>
              <a:gd name="connsiteY1" fmla="*/ 0 h 6861175"/>
              <a:gd name="connsiteX2" fmla="*/ 5427472 w 5427472"/>
              <a:gd name="connsiteY2" fmla="*/ 0 h 6861175"/>
              <a:gd name="connsiteX3" fmla="*/ 5425700 w 5427472"/>
              <a:gd name="connsiteY3" fmla="*/ 6576237 h 6861175"/>
              <a:gd name="connsiteX4" fmla="*/ 4640663 w 5427472"/>
              <a:gd name="connsiteY4" fmla="*/ 4851622 h 6861175"/>
              <a:gd name="connsiteX5" fmla="*/ 3745756 w 5427472"/>
              <a:gd name="connsiteY5" fmla="*/ 6858000 h 6861175"/>
              <a:gd name="connsiteX6" fmla="*/ 0 w 5427472"/>
              <a:gd name="connsiteY6" fmla="*/ 6861175 h 6861175"/>
              <a:gd name="connsiteX0" fmla="*/ 0 w 5427472"/>
              <a:gd name="connsiteY0" fmla="*/ 6861175 h 6861175"/>
              <a:gd name="connsiteX1" fmla="*/ 3048212 w 5427472"/>
              <a:gd name="connsiteY1" fmla="*/ 0 h 6861175"/>
              <a:gd name="connsiteX2" fmla="*/ 5427472 w 5427472"/>
              <a:gd name="connsiteY2" fmla="*/ 0 h 6861175"/>
              <a:gd name="connsiteX3" fmla="*/ 5425700 w 5427472"/>
              <a:gd name="connsiteY3" fmla="*/ 6576237 h 6861175"/>
              <a:gd name="connsiteX4" fmla="*/ 4640663 w 5427472"/>
              <a:gd name="connsiteY4" fmla="*/ 4851622 h 6861175"/>
              <a:gd name="connsiteX5" fmla="*/ 3745756 w 5427472"/>
              <a:gd name="connsiteY5" fmla="*/ 6858000 h 6861175"/>
              <a:gd name="connsiteX6" fmla="*/ 0 w 5427472"/>
              <a:gd name="connsiteY6" fmla="*/ 6861175 h 6861175"/>
              <a:gd name="connsiteX0" fmla="*/ 0 w 5427472"/>
              <a:gd name="connsiteY0" fmla="*/ 6861175 h 6861175"/>
              <a:gd name="connsiteX1" fmla="*/ 3048212 w 5427472"/>
              <a:gd name="connsiteY1" fmla="*/ 0 h 6861175"/>
              <a:gd name="connsiteX2" fmla="*/ 5427472 w 5427472"/>
              <a:gd name="connsiteY2" fmla="*/ 0 h 6861175"/>
              <a:gd name="connsiteX3" fmla="*/ 5425700 w 5427472"/>
              <a:gd name="connsiteY3" fmla="*/ 6576237 h 6861175"/>
              <a:gd name="connsiteX4" fmla="*/ 4645979 w 5427472"/>
              <a:gd name="connsiteY4" fmla="*/ 4851622 h 6861175"/>
              <a:gd name="connsiteX5" fmla="*/ 3745756 w 5427472"/>
              <a:gd name="connsiteY5" fmla="*/ 6858000 h 6861175"/>
              <a:gd name="connsiteX6" fmla="*/ 0 w 5427472"/>
              <a:gd name="connsiteY6" fmla="*/ 6861175 h 6861175"/>
              <a:gd name="connsiteX0" fmla="*/ 0 w 5427472"/>
              <a:gd name="connsiteY0" fmla="*/ 6861175 h 6861175"/>
              <a:gd name="connsiteX1" fmla="*/ 3048212 w 5427472"/>
              <a:gd name="connsiteY1" fmla="*/ 0 h 6861175"/>
              <a:gd name="connsiteX2" fmla="*/ 5427472 w 5427472"/>
              <a:gd name="connsiteY2" fmla="*/ 0 h 6861175"/>
              <a:gd name="connsiteX3" fmla="*/ 5425700 w 5427472"/>
              <a:gd name="connsiteY3" fmla="*/ 6581554 h 6861175"/>
              <a:gd name="connsiteX4" fmla="*/ 4645979 w 5427472"/>
              <a:gd name="connsiteY4" fmla="*/ 4851622 h 6861175"/>
              <a:gd name="connsiteX5" fmla="*/ 3745756 w 5427472"/>
              <a:gd name="connsiteY5" fmla="*/ 6858000 h 6861175"/>
              <a:gd name="connsiteX6" fmla="*/ 0 w 5427472"/>
              <a:gd name="connsiteY6" fmla="*/ 6861175 h 6861175"/>
              <a:gd name="connsiteX0" fmla="*/ 0 w 5427472"/>
              <a:gd name="connsiteY0" fmla="*/ 6861175 h 6868012"/>
              <a:gd name="connsiteX1" fmla="*/ 3048212 w 5427472"/>
              <a:gd name="connsiteY1" fmla="*/ 0 h 6868012"/>
              <a:gd name="connsiteX2" fmla="*/ 5427472 w 5427472"/>
              <a:gd name="connsiteY2" fmla="*/ 0 h 6868012"/>
              <a:gd name="connsiteX3" fmla="*/ 5425700 w 5427472"/>
              <a:gd name="connsiteY3" fmla="*/ 6581554 h 6868012"/>
              <a:gd name="connsiteX4" fmla="*/ 4645979 w 5427472"/>
              <a:gd name="connsiteY4" fmla="*/ 4851622 h 6868012"/>
              <a:gd name="connsiteX5" fmla="*/ 3762442 w 5427472"/>
              <a:gd name="connsiteY5" fmla="*/ 6868012 h 6868012"/>
              <a:gd name="connsiteX6" fmla="*/ 0 w 5427472"/>
              <a:gd name="connsiteY6" fmla="*/ 6861175 h 6868012"/>
              <a:gd name="connsiteX0" fmla="*/ 0 w 5435738"/>
              <a:gd name="connsiteY0" fmla="*/ 6861175 h 6868012"/>
              <a:gd name="connsiteX1" fmla="*/ 3048212 w 5435738"/>
              <a:gd name="connsiteY1" fmla="*/ 0 h 6868012"/>
              <a:gd name="connsiteX2" fmla="*/ 5427472 w 5435738"/>
              <a:gd name="connsiteY2" fmla="*/ 0 h 6868012"/>
              <a:gd name="connsiteX3" fmla="*/ 5435712 w 5435738"/>
              <a:gd name="connsiteY3" fmla="*/ 6618264 h 6868012"/>
              <a:gd name="connsiteX4" fmla="*/ 4645979 w 5435738"/>
              <a:gd name="connsiteY4" fmla="*/ 4851622 h 6868012"/>
              <a:gd name="connsiteX5" fmla="*/ 3762442 w 5435738"/>
              <a:gd name="connsiteY5" fmla="*/ 6868012 h 6868012"/>
              <a:gd name="connsiteX6" fmla="*/ 0 w 5435738"/>
              <a:gd name="connsiteY6" fmla="*/ 6861175 h 6868012"/>
              <a:gd name="connsiteX0" fmla="*/ 0 w 5439076"/>
              <a:gd name="connsiteY0" fmla="*/ 6874524 h 6874524"/>
              <a:gd name="connsiteX1" fmla="*/ 3051550 w 5439076"/>
              <a:gd name="connsiteY1" fmla="*/ 0 h 6874524"/>
              <a:gd name="connsiteX2" fmla="*/ 5430810 w 5439076"/>
              <a:gd name="connsiteY2" fmla="*/ 0 h 6874524"/>
              <a:gd name="connsiteX3" fmla="*/ 5439050 w 5439076"/>
              <a:gd name="connsiteY3" fmla="*/ 6618264 h 6874524"/>
              <a:gd name="connsiteX4" fmla="*/ 4649317 w 5439076"/>
              <a:gd name="connsiteY4" fmla="*/ 4851622 h 6874524"/>
              <a:gd name="connsiteX5" fmla="*/ 3765780 w 5439076"/>
              <a:gd name="connsiteY5" fmla="*/ 6868012 h 6874524"/>
              <a:gd name="connsiteX6" fmla="*/ 0 w 5439076"/>
              <a:gd name="connsiteY6" fmla="*/ 6874524 h 6874524"/>
              <a:gd name="connsiteX0" fmla="*/ 0 w 5439076"/>
              <a:gd name="connsiteY0" fmla="*/ 6874524 h 6874524"/>
              <a:gd name="connsiteX1" fmla="*/ 3051550 w 5439076"/>
              <a:gd name="connsiteY1" fmla="*/ 0 h 6874524"/>
              <a:gd name="connsiteX2" fmla="*/ 5430810 w 5439076"/>
              <a:gd name="connsiteY2" fmla="*/ 0 h 6874524"/>
              <a:gd name="connsiteX3" fmla="*/ 5439050 w 5439076"/>
              <a:gd name="connsiteY3" fmla="*/ 6618264 h 6874524"/>
              <a:gd name="connsiteX4" fmla="*/ 4649317 w 5439076"/>
              <a:gd name="connsiteY4" fmla="*/ 4851622 h 6874524"/>
              <a:gd name="connsiteX5" fmla="*/ 3765780 w 5439076"/>
              <a:gd name="connsiteY5" fmla="*/ 6868012 h 6874524"/>
              <a:gd name="connsiteX6" fmla="*/ 0 w 5439076"/>
              <a:gd name="connsiteY6" fmla="*/ 6874524 h 6874524"/>
              <a:gd name="connsiteX0" fmla="*/ 0 w 5439076"/>
              <a:gd name="connsiteY0" fmla="*/ 6867849 h 6868012"/>
              <a:gd name="connsiteX1" fmla="*/ 3051550 w 5439076"/>
              <a:gd name="connsiteY1" fmla="*/ 0 h 6868012"/>
              <a:gd name="connsiteX2" fmla="*/ 5430810 w 5439076"/>
              <a:gd name="connsiteY2" fmla="*/ 0 h 6868012"/>
              <a:gd name="connsiteX3" fmla="*/ 5439050 w 5439076"/>
              <a:gd name="connsiteY3" fmla="*/ 6618264 h 6868012"/>
              <a:gd name="connsiteX4" fmla="*/ 4649317 w 5439076"/>
              <a:gd name="connsiteY4" fmla="*/ 4851622 h 6868012"/>
              <a:gd name="connsiteX5" fmla="*/ 3765780 w 5439076"/>
              <a:gd name="connsiteY5" fmla="*/ 6868012 h 6868012"/>
              <a:gd name="connsiteX6" fmla="*/ 0 w 5439076"/>
              <a:gd name="connsiteY6" fmla="*/ 6867849 h 6868012"/>
              <a:gd name="connsiteX0" fmla="*/ 0 w 5439076"/>
              <a:gd name="connsiteY0" fmla="*/ 6867849 h 6868012"/>
              <a:gd name="connsiteX1" fmla="*/ 3051550 w 5439076"/>
              <a:gd name="connsiteY1" fmla="*/ 0 h 6868012"/>
              <a:gd name="connsiteX2" fmla="*/ 5430810 w 5439076"/>
              <a:gd name="connsiteY2" fmla="*/ 0 h 6868012"/>
              <a:gd name="connsiteX3" fmla="*/ 5439050 w 5439076"/>
              <a:gd name="connsiteY3" fmla="*/ 6618264 h 6868012"/>
              <a:gd name="connsiteX4" fmla="*/ 4655294 w 5439076"/>
              <a:gd name="connsiteY4" fmla="*/ 4875528 h 6868012"/>
              <a:gd name="connsiteX5" fmla="*/ 3765780 w 5439076"/>
              <a:gd name="connsiteY5" fmla="*/ 6868012 h 6868012"/>
              <a:gd name="connsiteX6" fmla="*/ 0 w 5439076"/>
              <a:gd name="connsiteY6" fmla="*/ 6867849 h 6868012"/>
              <a:gd name="connsiteX0" fmla="*/ 0 w 5439142"/>
              <a:gd name="connsiteY0" fmla="*/ 6878279 h 6878442"/>
              <a:gd name="connsiteX1" fmla="*/ 3051550 w 5439142"/>
              <a:gd name="connsiteY1" fmla="*/ 10430 h 6878442"/>
              <a:gd name="connsiteX2" fmla="*/ 5437764 w 5439142"/>
              <a:gd name="connsiteY2" fmla="*/ 0 h 6878442"/>
              <a:gd name="connsiteX3" fmla="*/ 5439050 w 5439142"/>
              <a:gd name="connsiteY3" fmla="*/ 6628694 h 6878442"/>
              <a:gd name="connsiteX4" fmla="*/ 4655294 w 5439142"/>
              <a:gd name="connsiteY4" fmla="*/ 4885958 h 6878442"/>
              <a:gd name="connsiteX5" fmla="*/ 3765780 w 5439142"/>
              <a:gd name="connsiteY5" fmla="*/ 6878442 h 6878442"/>
              <a:gd name="connsiteX6" fmla="*/ 0 w 5439142"/>
              <a:gd name="connsiteY6" fmla="*/ 6878279 h 6878442"/>
              <a:gd name="connsiteX0" fmla="*/ 0 w 5439142"/>
              <a:gd name="connsiteY0" fmla="*/ 6885233 h 6885396"/>
              <a:gd name="connsiteX1" fmla="*/ 3058504 w 5439142"/>
              <a:gd name="connsiteY1" fmla="*/ 0 h 6885396"/>
              <a:gd name="connsiteX2" fmla="*/ 5437764 w 5439142"/>
              <a:gd name="connsiteY2" fmla="*/ 6954 h 6885396"/>
              <a:gd name="connsiteX3" fmla="*/ 5439050 w 5439142"/>
              <a:gd name="connsiteY3" fmla="*/ 6635648 h 6885396"/>
              <a:gd name="connsiteX4" fmla="*/ 4655294 w 5439142"/>
              <a:gd name="connsiteY4" fmla="*/ 4892912 h 6885396"/>
              <a:gd name="connsiteX5" fmla="*/ 3765780 w 5439142"/>
              <a:gd name="connsiteY5" fmla="*/ 6885396 h 6885396"/>
              <a:gd name="connsiteX6" fmla="*/ 0 w 5439142"/>
              <a:gd name="connsiteY6" fmla="*/ 6885233 h 6885396"/>
              <a:gd name="connsiteX0" fmla="*/ 0 w 5439142"/>
              <a:gd name="connsiteY0" fmla="*/ 6878279 h 6878442"/>
              <a:gd name="connsiteX1" fmla="*/ 3055027 w 5439142"/>
              <a:gd name="connsiteY1" fmla="*/ 0 h 6878442"/>
              <a:gd name="connsiteX2" fmla="*/ 5437764 w 5439142"/>
              <a:gd name="connsiteY2" fmla="*/ 0 h 6878442"/>
              <a:gd name="connsiteX3" fmla="*/ 5439050 w 5439142"/>
              <a:gd name="connsiteY3" fmla="*/ 6628694 h 6878442"/>
              <a:gd name="connsiteX4" fmla="*/ 4655294 w 5439142"/>
              <a:gd name="connsiteY4" fmla="*/ 4885958 h 6878442"/>
              <a:gd name="connsiteX5" fmla="*/ 3765780 w 5439142"/>
              <a:gd name="connsiteY5" fmla="*/ 6878442 h 6878442"/>
              <a:gd name="connsiteX6" fmla="*/ 0 w 5439142"/>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28694 h 6878442"/>
              <a:gd name="connsiteX4" fmla="*/ 4655294 w 5444717"/>
              <a:gd name="connsiteY4" fmla="*/ 4885958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294671 w 5444717"/>
              <a:gd name="connsiteY3" fmla="*/ 6612652 h 6878442"/>
              <a:gd name="connsiteX4" fmla="*/ 4655294 w 5444717"/>
              <a:gd name="connsiteY4" fmla="*/ 4885958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23008 w 5444717"/>
              <a:gd name="connsiteY3" fmla="*/ 6692863 h 6878442"/>
              <a:gd name="connsiteX4" fmla="*/ 4655294 w 5444717"/>
              <a:gd name="connsiteY4" fmla="*/ 4885958 h 6878442"/>
              <a:gd name="connsiteX5" fmla="*/ 3765780 w 5444717"/>
              <a:gd name="connsiteY5" fmla="*/ 6878442 h 6878442"/>
              <a:gd name="connsiteX6" fmla="*/ 0 w 5444717"/>
              <a:gd name="connsiteY6" fmla="*/ 6878279 h 6878442"/>
              <a:gd name="connsiteX0" fmla="*/ 0 w 5428675"/>
              <a:gd name="connsiteY0" fmla="*/ 6878279 h 6878442"/>
              <a:gd name="connsiteX1" fmla="*/ 3055027 w 5428675"/>
              <a:gd name="connsiteY1" fmla="*/ 0 h 6878442"/>
              <a:gd name="connsiteX2" fmla="*/ 5428675 w 5428675"/>
              <a:gd name="connsiteY2" fmla="*/ 0 h 6878442"/>
              <a:gd name="connsiteX3" fmla="*/ 5423008 w 5428675"/>
              <a:gd name="connsiteY3" fmla="*/ 6692863 h 6878442"/>
              <a:gd name="connsiteX4" fmla="*/ 4655294 w 5428675"/>
              <a:gd name="connsiteY4" fmla="*/ 4885958 h 6878442"/>
              <a:gd name="connsiteX5" fmla="*/ 3765780 w 5428675"/>
              <a:gd name="connsiteY5" fmla="*/ 6878442 h 6878442"/>
              <a:gd name="connsiteX6" fmla="*/ 0 w 5428675"/>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23008 w 5444717"/>
              <a:gd name="connsiteY3" fmla="*/ 6692863 h 6878442"/>
              <a:gd name="connsiteX4" fmla="*/ 4655294 w 5444717"/>
              <a:gd name="connsiteY4" fmla="*/ 4885958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92863 h 6878442"/>
              <a:gd name="connsiteX4" fmla="*/ 4655294 w 5444717"/>
              <a:gd name="connsiteY4" fmla="*/ 4885958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92863 h 6878442"/>
              <a:gd name="connsiteX4" fmla="*/ 4645769 w 5444717"/>
              <a:gd name="connsiteY4" fmla="*/ 4914533 h 6878442"/>
              <a:gd name="connsiteX5" fmla="*/ 3765780 w 5444717"/>
              <a:gd name="connsiteY5" fmla="*/ 6878442 h 6878442"/>
              <a:gd name="connsiteX6" fmla="*/ 0 w 5444717"/>
              <a:gd name="connsiteY6" fmla="*/ 6878279 h 6878442"/>
              <a:gd name="connsiteX0" fmla="*/ 0 w 5448623"/>
              <a:gd name="connsiteY0" fmla="*/ 6878279 h 6878442"/>
              <a:gd name="connsiteX1" fmla="*/ 3055027 w 5448623"/>
              <a:gd name="connsiteY1" fmla="*/ 0 h 6878442"/>
              <a:gd name="connsiteX2" fmla="*/ 5444717 w 5448623"/>
              <a:gd name="connsiteY2" fmla="*/ 0 h 6878442"/>
              <a:gd name="connsiteX3" fmla="*/ 5448575 w 5448623"/>
              <a:gd name="connsiteY3" fmla="*/ 6721438 h 6878442"/>
              <a:gd name="connsiteX4" fmla="*/ 4645769 w 5448623"/>
              <a:gd name="connsiteY4" fmla="*/ 4914533 h 6878442"/>
              <a:gd name="connsiteX5" fmla="*/ 3765780 w 5448623"/>
              <a:gd name="connsiteY5" fmla="*/ 6878442 h 6878442"/>
              <a:gd name="connsiteX6" fmla="*/ 0 w 5448623"/>
              <a:gd name="connsiteY6" fmla="*/ 6878279 h 6878442"/>
              <a:gd name="connsiteX0" fmla="*/ 0 w 5448623"/>
              <a:gd name="connsiteY0" fmla="*/ 6878279 h 6878442"/>
              <a:gd name="connsiteX1" fmla="*/ 3055027 w 5448623"/>
              <a:gd name="connsiteY1" fmla="*/ 0 h 6878442"/>
              <a:gd name="connsiteX2" fmla="*/ 5444717 w 5448623"/>
              <a:gd name="connsiteY2" fmla="*/ 0 h 6878442"/>
              <a:gd name="connsiteX3" fmla="*/ 5448575 w 5448623"/>
              <a:gd name="connsiteY3" fmla="*/ 6721438 h 6878442"/>
              <a:gd name="connsiteX4" fmla="*/ 4645769 w 5448623"/>
              <a:gd name="connsiteY4" fmla="*/ 4933583 h 6878442"/>
              <a:gd name="connsiteX5" fmla="*/ 3765780 w 5448623"/>
              <a:gd name="connsiteY5" fmla="*/ 6878442 h 6878442"/>
              <a:gd name="connsiteX6" fmla="*/ 0 w 5448623"/>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315225 w 5444717"/>
              <a:gd name="connsiteY3" fmla="*/ 6797638 h 6878442"/>
              <a:gd name="connsiteX4" fmla="*/ 4645769 w 5444717"/>
              <a:gd name="connsiteY4" fmla="*/ 4933583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64288 h 6878442"/>
              <a:gd name="connsiteX4" fmla="*/ 4645769 w 5444717"/>
              <a:gd name="connsiteY4" fmla="*/ 4933583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64288 h 6878442"/>
              <a:gd name="connsiteX4" fmla="*/ 4645769 w 5444717"/>
              <a:gd name="connsiteY4" fmla="*/ 4834402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64288 h 6878442"/>
              <a:gd name="connsiteX4" fmla="*/ 4650607 w 5444717"/>
              <a:gd name="connsiteY4" fmla="*/ 4858592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64288 h 6878442"/>
              <a:gd name="connsiteX4" fmla="*/ 4642987 w 5444717"/>
              <a:gd name="connsiteY4" fmla="*/ 4774772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64288 h 6878442"/>
              <a:gd name="connsiteX4" fmla="*/ 4650607 w 5444717"/>
              <a:gd name="connsiteY4" fmla="*/ 4866212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64288 h 6878442"/>
              <a:gd name="connsiteX4" fmla="*/ 4662037 w 5444717"/>
              <a:gd name="connsiteY4" fmla="*/ 4778582 h 6878442"/>
              <a:gd name="connsiteX5" fmla="*/ 3765780 w 5444717"/>
              <a:gd name="connsiteY5" fmla="*/ 6878442 h 6878442"/>
              <a:gd name="connsiteX6" fmla="*/ 0 w 5444717"/>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64288 h 6878442"/>
              <a:gd name="connsiteX4" fmla="*/ 4650607 w 5444717"/>
              <a:gd name="connsiteY4" fmla="*/ 4858592 h 6878442"/>
              <a:gd name="connsiteX5" fmla="*/ 3765780 w 5444717"/>
              <a:gd name="connsiteY5" fmla="*/ 6878442 h 6878442"/>
              <a:gd name="connsiteX6" fmla="*/ 0 w 5444717"/>
              <a:gd name="connsiteY6" fmla="*/ 6878279 h 6878442"/>
              <a:gd name="connsiteX0" fmla="*/ 0 w 5469539"/>
              <a:gd name="connsiteY0" fmla="*/ 6878279 h 6878442"/>
              <a:gd name="connsiteX1" fmla="*/ 3055027 w 5469539"/>
              <a:gd name="connsiteY1" fmla="*/ 0 h 6878442"/>
              <a:gd name="connsiteX2" fmla="*/ 5444717 w 5469539"/>
              <a:gd name="connsiteY2" fmla="*/ 0 h 6878442"/>
              <a:gd name="connsiteX3" fmla="*/ 5469530 w 5469539"/>
              <a:gd name="connsiteY3" fmla="*/ 6389968 h 6878442"/>
              <a:gd name="connsiteX4" fmla="*/ 4650607 w 5469539"/>
              <a:gd name="connsiteY4" fmla="*/ 4858592 h 6878442"/>
              <a:gd name="connsiteX5" fmla="*/ 3765780 w 5469539"/>
              <a:gd name="connsiteY5" fmla="*/ 6878442 h 6878442"/>
              <a:gd name="connsiteX6" fmla="*/ 0 w 5469539"/>
              <a:gd name="connsiteY6" fmla="*/ 6878279 h 6878442"/>
              <a:gd name="connsiteX0" fmla="*/ 0 w 5444717"/>
              <a:gd name="connsiteY0" fmla="*/ 6878279 h 6878442"/>
              <a:gd name="connsiteX1" fmla="*/ 3055027 w 5444717"/>
              <a:gd name="connsiteY1" fmla="*/ 0 h 6878442"/>
              <a:gd name="connsiteX2" fmla="*/ 5444717 w 5444717"/>
              <a:gd name="connsiteY2" fmla="*/ 0 h 6878442"/>
              <a:gd name="connsiteX3" fmla="*/ 5439050 w 5444717"/>
              <a:gd name="connsiteY3" fmla="*/ 6633808 h 6878442"/>
              <a:gd name="connsiteX4" fmla="*/ 4650607 w 5444717"/>
              <a:gd name="connsiteY4" fmla="*/ 4858592 h 6878442"/>
              <a:gd name="connsiteX5" fmla="*/ 3765780 w 5444717"/>
              <a:gd name="connsiteY5" fmla="*/ 6878442 h 6878442"/>
              <a:gd name="connsiteX6" fmla="*/ 0 w 5444717"/>
              <a:gd name="connsiteY6" fmla="*/ 6878279 h 6878442"/>
              <a:gd name="connsiteX0" fmla="*/ 0 w 5444717"/>
              <a:gd name="connsiteY0" fmla="*/ 6878279 h 6878279"/>
              <a:gd name="connsiteX1" fmla="*/ 3055027 w 5444717"/>
              <a:gd name="connsiteY1" fmla="*/ 0 h 6878279"/>
              <a:gd name="connsiteX2" fmla="*/ 5444717 w 5444717"/>
              <a:gd name="connsiteY2" fmla="*/ 0 h 6878279"/>
              <a:gd name="connsiteX3" fmla="*/ 5439050 w 5444717"/>
              <a:gd name="connsiteY3" fmla="*/ 6633808 h 6878279"/>
              <a:gd name="connsiteX4" fmla="*/ 4650607 w 5444717"/>
              <a:gd name="connsiteY4" fmla="*/ 4858592 h 6878279"/>
              <a:gd name="connsiteX5" fmla="*/ 3632430 w 5444717"/>
              <a:gd name="connsiteY5" fmla="*/ 6695562 h 6878279"/>
              <a:gd name="connsiteX6" fmla="*/ 0 w 5444717"/>
              <a:gd name="connsiteY6" fmla="*/ 6878279 h 6878279"/>
              <a:gd name="connsiteX0" fmla="*/ 0 w 5444717"/>
              <a:gd name="connsiteY0" fmla="*/ 6878279 h 6886062"/>
              <a:gd name="connsiteX1" fmla="*/ 3055027 w 5444717"/>
              <a:gd name="connsiteY1" fmla="*/ 0 h 6886062"/>
              <a:gd name="connsiteX2" fmla="*/ 5444717 w 5444717"/>
              <a:gd name="connsiteY2" fmla="*/ 0 h 6886062"/>
              <a:gd name="connsiteX3" fmla="*/ 5439050 w 5444717"/>
              <a:gd name="connsiteY3" fmla="*/ 6633808 h 6886062"/>
              <a:gd name="connsiteX4" fmla="*/ 4650607 w 5444717"/>
              <a:gd name="connsiteY4" fmla="*/ 4858592 h 6886062"/>
              <a:gd name="connsiteX5" fmla="*/ 3754350 w 5444717"/>
              <a:gd name="connsiteY5" fmla="*/ 6886062 h 6886062"/>
              <a:gd name="connsiteX6" fmla="*/ 0 w 5444717"/>
              <a:gd name="connsiteY6" fmla="*/ 6878279 h 6886062"/>
              <a:gd name="connsiteX0" fmla="*/ 0 w 5444717"/>
              <a:gd name="connsiteY0" fmla="*/ 6878279 h 6886062"/>
              <a:gd name="connsiteX1" fmla="*/ 3055027 w 5444717"/>
              <a:gd name="connsiteY1" fmla="*/ 0 h 6886062"/>
              <a:gd name="connsiteX2" fmla="*/ 5444717 w 5444717"/>
              <a:gd name="connsiteY2" fmla="*/ 0 h 6886062"/>
              <a:gd name="connsiteX3" fmla="*/ 5439050 w 5444717"/>
              <a:gd name="connsiteY3" fmla="*/ 6633808 h 6886062"/>
              <a:gd name="connsiteX4" fmla="*/ 4625207 w 5444717"/>
              <a:gd name="connsiteY4" fmla="*/ 4773925 h 6886062"/>
              <a:gd name="connsiteX5" fmla="*/ 3754350 w 5444717"/>
              <a:gd name="connsiteY5" fmla="*/ 6886062 h 6886062"/>
              <a:gd name="connsiteX6" fmla="*/ 0 w 5444717"/>
              <a:gd name="connsiteY6" fmla="*/ 6878279 h 6886062"/>
              <a:gd name="connsiteX0" fmla="*/ 0 w 5444717"/>
              <a:gd name="connsiteY0" fmla="*/ 6878279 h 6886062"/>
              <a:gd name="connsiteX1" fmla="*/ 3055027 w 5444717"/>
              <a:gd name="connsiteY1" fmla="*/ 0 h 6886062"/>
              <a:gd name="connsiteX2" fmla="*/ 5444717 w 5444717"/>
              <a:gd name="connsiteY2" fmla="*/ 0 h 6886062"/>
              <a:gd name="connsiteX3" fmla="*/ 5439050 w 5444717"/>
              <a:gd name="connsiteY3" fmla="*/ 6633808 h 6886062"/>
              <a:gd name="connsiteX4" fmla="*/ 4680241 w 5444717"/>
              <a:gd name="connsiteY4" fmla="*/ 4765459 h 6886062"/>
              <a:gd name="connsiteX5" fmla="*/ 3754350 w 5444717"/>
              <a:gd name="connsiteY5" fmla="*/ 6886062 h 6886062"/>
              <a:gd name="connsiteX6" fmla="*/ 0 w 5444717"/>
              <a:gd name="connsiteY6" fmla="*/ 6878279 h 6886062"/>
              <a:gd name="connsiteX0" fmla="*/ 0 w 5444717"/>
              <a:gd name="connsiteY0" fmla="*/ 6878279 h 6886062"/>
              <a:gd name="connsiteX1" fmla="*/ 3055027 w 5444717"/>
              <a:gd name="connsiteY1" fmla="*/ 0 h 6886062"/>
              <a:gd name="connsiteX2" fmla="*/ 5444717 w 5444717"/>
              <a:gd name="connsiteY2" fmla="*/ 0 h 6886062"/>
              <a:gd name="connsiteX3" fmla="*/ 5439050 w 5444717"/>
              <a:gd name="connsiteY3" fmla="*/ 6633808 h 6886062"/>
              <a:gd name="connsiteX4" fmla="*/ 4650608 w 5444717"/>
              <a:gd name="connsiteY4" fmla="*/ 4752759 h 6886062"/>
              <a:gd name="connsiteX5" fmla="*/ 3754350 w 5444717"/>
              <a:gd name="connsiteY5" fmla="*/ 6886062 h 6886062"/>
              <a:gd name="connsiteX6" fmla="*/ 0 w 5444717"/>
              <a:gd name="connsiteY6" fmla="*/ 6878279 h 6886062"/>
              <a:gd name="connsiteX0" fmla="*/ 0 w 5444717"/>
              <a:gd name="connsiteY0" fmla="*/ 6878279 h 6886062"/>
              <a:gd name="connsiteX1" fmla="*/ 3055027 w 5444717"/>
              <a:gd name="connsiteY1" fmla="*/ 0 h 6886062"/>
              <a:gd name="connsiteX2" fmla="*/ 5444717 w 5444717"/>
              <a:gd name="connsiteY2" fmla="*/ 0 h 6886062"/>
              <a:gd name="connsiteX3" fmla="*/ 5439050 w 5444717"/>
              <a:gd name="connsiteY3" fmla="*/ 6633808 h 6886062"/>
              <a:gd name="connsiteX4" fmla="*/ 4650608 w 5444717"/>
              <a:gd name="connsiteY4" fmla="*/ 4858592 h 6886062"/>
              <a:gd name="connsiteX5" fmla="*/ 3754350 w 5444717"/>
              <a:gd name="connsiteY5" fmla="*/ 6886062 h 6886062"/>
              <a:gd name="connsiteX6" fmla="*/ 0 w 5444717"/>
              <a:gd name="connsiteY6" fmla="*/ 6878279 h 6886062"/>
              <a:gd name="connsiteX0" fmla="*/ 0 w 5444717"/>
              <a:gd name="connsiteY0" fmla="*/ 6878279 h 6886062"/>
              <a:gd name="connsiteX1" fmla="*/ 3055027 w 5444717"/>
              <a:gd name="connsiteY1" fmla="*/ 0 h 6886062"/>
              <a:gd name="connsiteX2" fmla="*/ 5444717 w 5444717"/>
              <a:gd name="connsiteY2" fmla="*/ 0 h 6886062"/>
              <a:gd name="connsiteX3" fmla="*/ 5422116 w 5444717"/>
              <a:gd name="connsiteY3" fmla="*/ 6489875 h 6886062"/>
              <a:gd name="connsiteX4" fmla="*/ 4650608 w 5444717"/>
              <a:gd name="connsiteY4" fmla="*/ 4858592 h 6886062"/>
              <a:gd name="connsiteX5" fmla="*/ 3754350 w 5444717"/>
              <a:gd name="connsiteY5" fmla="*/ 6886062 h 6886062"/>
              <a:gd name="connsiteX6" fmla="*/ 0 w 5444717"/>
              <a:gd name="connsiteY6" fmla="*/ 6878279 h 6886062"/>
              <a:gd name="connsiteX0" fmla="*/ 0 w 5444717"/>
              <a:gd name="connsiteY0" fmla="*/ 6878279 h 6886062"/>
              <a:gd name="connsiteX1" fmla="*/ 3055027 w 5444717"/>
              <a:gd name="connsiteY1" fmla="*/ 0 h 6886062"/>
              <a:gd name="connsiteX2" fmla="*/ 5444717 w 5444717"/>
              <a:gd name="connsiteY2" fmla="*/ 0 h 6886062"/>
              <a:gd name="connsiteX3" fmla="*/ 5439050 w 5444717"/>
              <a:gd name="connsiteY3" fmla="*/ 6608408 h 6886062"/>
              <a:gd name="connsiteX4" fmla="*/ 4650608 w 5444717"/>
              <a:gd name="connsiteY4" fmla="*/ 4858592 h 6886062"/>
              <a:gd name="connsiteX5" fmla="*/ 3754350 w 5444717"/>
              <a:gd name="connsiteY5" fmla="*/ 6886062 h 6886062"/>
              <a:gd name="connsiteX6" fmla="*/ 0 w 5444717"/>
              <a:gd name="connsiteY6" fmla="*/ 6878279 h 6886062"/>
              <a:gd name="connsiteX0" fmla="*/ 0 w 5444717"/>
              <a:gd name="connsiteY0" fmla="*/ 6878279 h 6878279"/>
              <a:gd name="connsiteX1" fmla="*/ 3055027 w 5444717"/>
              <a:gd name="connsiteY1" fmla="*/ 0 h 6878279"/>
              <a:gd name="connsiteX2" fmla="*/ 5444717 w 5444717"/>
              <a:gd name="connsiteY2" fmla="*/ 0 h 6878279"/>
              <a:gd name="connsiteX3" fmla="*/ 5439050 w 5444717"/>
              <a:gd name="connsiteY3" fmla="*/ 6608408 h 6878279"/>
              <a:gd name="connsiteX4" fmla="*/ 4650608 w 5444717"/>
              <a:gd name="connsiteY4" fmla="*/ 4858592 h 6878279"/>
              <a:gd name="connsiteX5" fmla="*/ 3741650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39050 w 5444717"/>
              <a:gd name="connsiteY3" fmla="*/ 6608408 h 6878279"/>
              <a:gd name="connsiteX4" fmla="*/ 4650608 w 5444717"/>
              <a:gd name="connsiteY4" fmla="*/ 4858592 h 6878279"/>
              <a:gd name="connsiteX5" fmla="*/ 3695083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39050 w 5444717"/>
              <a:gd name="connsiteY3" fmla="*/ 6608408 h 6878279"/>
              <a:gd name="connsiteX4" fmla="*/ 4650608 w 5444717"/>
              <a:gd name="connsiteY4" fmla="*/ 48585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39050 w 5444717"/>
              <a:gd name="connsiteY3" fmla="*/ 6608408 h 6878279"/>
              <a:gd name="connsiteX4" fmla="*/ 4650608 w 5444717"/>
              <a:gd name="connsiteY4" fmla="*/ 49474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39050 w 5444717"/>
              <a:gd name="connsiteY3" fmla="*/ 6608408 h 6878279"/>
              <a:gd name="connsiteX4" fmla="*/ 4646375 w 5444717"/>
              <a:gd name="connsiteY4" fmla="*/ 48712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39050 w 5444717"/>
              <a:gd name="connsiteY3" fmla="*/ 6608408 h 6878279"/>
              <a:gd name="connsiteX4" fmla="*/ 4650609 w 5444717"/>
              <a:gd name="connsiteY4" fmla="*/ 48712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252784 w 5444717"/>
              <a:gd name="connsiteY3" fmla="*/ 6536441 h 6878279"/>
              <a:gd name="connsiteX4" fmla="*/ 4650609 w 5444717"/>
              <a:gd name="connsiteY4" fmla="*/ 48712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43284 w 5444717"/>
              <a:gd name="connsiteY3" fmla="*/ 6629574 h 6878279"/>
              <a:gd name="connsiteX4" fmla="*/ 4650609 w 5444717"/>
              <a:gd name="connsiteY4" fmla="*/ 48712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43284 w 5444717"/>
              <a:gd name="connsiteY3" fmla="*/ 6638242 h 6878279"/>
              <a:gd name="connsiteX4" fmla="*/ 4650609 w 5444717"/>
              <a:gd name="connsiteY4" fmla="*/ 48712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43284 w 5444717"/>
              <a:gd name="connsiteY3" fmla="*/ 6638242 h 6878279"/>
              <a:gd name="connsiteX4" fmla="*/ 4650609 w 5444717"/>
              <a:gd name="connsiteY4" fmla="*/ 48712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39808 w 5444717"/>
              <a:gd name="connsiteY3" fmla="*/ 6631289 h 6878279"/>
              <a:gd name="connsiteX4" fmla="*/ 4650609 w 5444717"/>
              <a:gd name="connsiteY4" fmla="*/ 48712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39808 w 5444717"/>
              <a:gd name="connsiteY3" fmla="*/ 6638242 h 6878279"/>
              <a:gd name="connsiteX4" fmla="*/ 4650609 w 5444717"/>
              <a:gd name="connsiteY4" fmla="*/ 48712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39808 w 5444717"/>
              <a:gd name="connsiteY3" fmla="*/ 6655626 h 6878279"/>
              <a:gd name="connsiteX4" fmla="*/ 4650609 w 5444717"/>
              <a:gd name="connsiteY4" fmla="*/ 4871292 h 6878279"/>
              <a:gd name="connsiteX5" fmla="*/ 3762817 w 5444717"/>
              <a:gd name="connsiteY5" fmla="*/ 6877596 h 6878279"/>
              <a:gd name="connsiteX6" fmla="*/ 0 w 5444717"/>
              <a:gd name="connsiteY6" fmla="*/ 6878279 h 6878279"/>
              <a:gd name="connsiteX0" fmla="*/ 0 w 5444717"/>
              <a:gd name="connsiteY0" fmla="*/ 6878279 h 6878279"/>
              <a:gd name="connsiteX1" fmla="*/ 3055027 w 5444717"/>
              <a:gd name="connsiteY1" fmla="*/ 0 h 6878279"/>
              <a:gd name="connsiteX2" fmla="*/ 5444717 w 5444717"/>
              <a:gd name="connsiteY2" fmla="*/ 0 h 6878279"/>
              <a:gd name="connsiteX3" fmla="*/ 5439808 w 5444717"/>
              <a:gd name="connsiteY3" fmla="*/ 6655626 h 6878279"/>
              <a:gd name="connsiteX4" fmla="*/ 4647132 w 5444717"/>
              <a:gd name="connsiteY4" fmla="*/ 4871292 h 6878279"/>
              <a:gd name="connsiteX5" fmla="*/ 3762817 w 5444717"/>
              <a:gd name="connsiteY5" fmla="*/ 6877596 h 6878279"/>
              <a:gd name="connsiteX6" fmla="*/ 0 w 5444717"/>
              <a:gd name="connsiteY6" fmla="*/ 6878279 h 6878279"/>
              <a:gd name="connsiteX0" fmla="*/ 0 w 5444717"/>
              <a:gd name="connsiteY0" fmla="*/ 6881497 h 6881497"/>
              <a:gd name="connsiteX1" fmla="*/ 3055027 w 5444717"/>
              <a:gd name="connsiteY1" fmla="*/ 3218 h 6881497"/>
              <a:gd name="connsiteX2" fmla="*/ 4269613 w 5444717"/>
              <a:gd name="connsiteY2" fmla="*/ 0 h 6881497"/>
              <a:gd name="connsiteX3" fmla="*/ 5444717 w 5444717"/>
              <a:gd name="connsiteY3" fmla="*/ 3218 h 6881497"/>
              <a:gd name="connsiteX4" fmla="*/ 5439808 w 5444717"/>
              <a:gd name="connsiteY4" fmla="*/ 6658844 h 6881497"/>
              <a:gd name="connsiteX5" fmla="*/ 4647132 w 5444717"/>
              <a:gd name="connsiteY5" fmla="*/ 4874510 h 6881497"/>
              <a:gd name="connsiteX6" fmla="*/ 3762817 w 5444717"/>
              <a:gd name="connsiteY6" fmla="*/ 6880814 h 6881497"/>
              <a:gd name="connsiteX7" fmla="*/ 0 w 5444717"/>
              <a:gd name="connsiteY7" fmla="*/ 6881497 h 6881497"/>
              <a:gd name="connsiteX0" fmla="*/ 0 w 5444717"/>
              <a:gd name="connsiteY0" fmla="*/ 6881497 h 6881497"/>
              <a:gd name="connsiteX1" fmla="*/ 4269613 w 5444717"/>
              <a:gd name="connsiteY1" fmla="*/ 0 h 6881497"/>
              <a:gd name="connsiteX2" fmla="*/ 5444717 w 5444717"/>
              <a:gd name="connsiteY2" fmla="*/ 3218 h 6881497"/>
              <a:gd name="connsiteX3" fmla="*/ 5439808 w 5444717"/>
              <a:gd name="connsiteY3" fmla="*/ 6658844 h 6881497"/>
              <a:gd name="connsiteX4" fmla="*/ 4647132 w 5444717"/>
              <a:gd name="connsiteY4" fmla="*/ 4874510 h 6881497"/>
              <a:gd name="connsiteX5" fmla="*/ 3762817 w 5444717"/>
              <a:gd name="connsiteY5" fmla="*/ 6880814 h 6881497"/>
              <a:gd name="connsiteX6" fmla="*/ 0 w 5444717"/>
              <a:gd name="connsiteY6" fmla="*/ 6881497 h 6881497"/>
              <a:gd name="connsiteX0" fmla="*/ 0 w 5444717"/>
              <a:gd name="connsiteY0" fmla="*/ 6881497 h 6881884"/>
              <a:gd name="connsiteX1" fmla="*/ 4269613 w 5444717"/>
              <a:gd name="connsiteY1" fmla="*/ 0 h 6881884"/>
              <a:gd name="connsiteX2" fmla="*/ 5444717 w 5444717"/>
              <a:gd name="connsiteY2" fmla="*/ 3218 h 6881884"/>
              <a:gd name="connsiteX3" fmla="*/ 5439808 w 5444717"/>
              <a:gd name="connsiteY3" fmla="*/ 6658844 h 6881884"/>
              <a:gd name="connsiteX4" fmla="*/ 4647132 w 5444717"/>
              <a:gd name="connsiteY4" fmla="*/ 4874510 h 6881884"/>
              <a:gd name="connsiteX5" fmla="*/ 3762817 w 5444717"/>
              <a:gd name="connsiteY5" fmla="*/ 6880814 h 6881884"/>
              <a:gd name="connsiteX6" fmla="*/ 1250046 w 5444717"/>
              <a:gd name="connsiteY6" fmla="*/ 6881884 h 6881884"/>
              <a:gd name="connsiteX7" fmla="*/ 0 w 5444717"/>
              <a:gd name="connsiteY7" fmla="*/ 6881497 h 6881884"/>
              <a:gd name="connsiteX0" fmla="*/ 0 w 4194671"/>
              <a:gd name="connsiteY0" fmla="*/ 6881884 h 6881884"/>
              <a:gd name="connsiteX1" fmla="*/ 3019567 w 4194671"/>
              <a:gd name="connsiteY1" fmla="*/ 0 h 6881884"/>
              <a:gd name="connsiteX2" fmla="*/ 4194671 w 4194671"/>
              <a:gd name="connsiteY2" fmla="*/ 3218 h 6881884"/>
              <a:gd name="connsiteX3" fmla="*/ 4189762 w 4194671"/>
              <a:gd name="connsiteY3" fmla="*/ 6658844 h 6881884"/>
              <a:gd name="connsiteX4" fmla="*/ 3397086 w 4194671"/>
              <a:gd name="connsiteY4" fmla="*/ 4874510 h 6881884"/>
              <a:gd name="connsiteX5" fmla="*/ 2512771 w 4194671"/>
              <a:gd name="connsiteY5" fmla="*/ 6880814 h 6881884"/>
              <a:gd name="connsiteX6" fmla="*/ 0 w 4194671"/>
              <a:gd name="connsiteY6" fmla="*/ 6881884 h 68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4671" h="6881884">
                <a:moveTo>
                  <a:pt x="0" y="6881884"/>
                </a:moveTo>
                <a:lnTo>
                  <a:pt x="3019567" y="0"/>
                </a:lnTo>
                <a:lnTo>
                  <a:pt x="4194671" y="3218"/>
                </a:lnTo>
                <a:cubicBezTo>
                  <a:pt x="4194080" y="2195297"/>
                  <a:pt x="4190353" y="4466765"/>
                  <a:pt x="4189762" y="6658844"/>
                </a:cubicBezTo>
                <a:cubicBezTo>
                  <a:pt x="4052130" y="6344469"/>
                  <a:pt x="3577249" y="5273945"/>
                  <a:pt x="3397086" y="4874510"/>
                </a:cubicBezTo>
                <a:lnTo>
                  <a:pt x="2512771" y="6880814"/>
                </a:lnTo>
                <a:lnTo>
                  <a:pt x="0" y="6881884"/>
                </a:lnTo>
                <a:close/>
              </a:path>
            </a:pathLst>
          </a:custGeom>
          <a:solidFill>
            <a:schemeClr val="tx2"/>
          </a:solidFill>
          <a:ln>
            <a:noFill/>
          </a:ln>
        </p:spPr>
        <p:txBody>
          <a:bodyPr anchor="ctr"/>
          <a:lstStyle>
            <a:lvl1pPr marL="0" indent="0" algn="ctr">
              <a:buNone/>
              <a:defRPr/>
            </a:lvl1pPr>
          </a:lstStyle>
          <a:p>
            <a:r>
              <a:rPr lang="en-GB" dirty="0"/>
              <a:t>Click icon </a:t>
            </a:r>
            <a:br>
              <a:rPr lang="en-GB" dirty="0"/>
            </a:br>
            <a:r>
              <a:rPr lang="en-GB" dirty="0"/>
              <a:t>to add </a:t>
            </a:r>
            <a:br>
              <a:rPr lang="en-GB" dirty="0"/>
            </a:br>
            <a:r>
              <a:rPr lang="en-GB" dirty="0"/>
              <a:t>picture</a:t>
            </a:r>
          </a:p>
        </p:txBody>
      </p:sp>
      <p:sp>
        <p:nvSpPr>
          <p:cNvPr id="15" name="Isosceles Triangle 7">
            <a:extLst>
              <a:ext uri="{FF2B5EF4-FFF2-40B4-BE49-F238E27FC236}">
                <a16:creationId xmlns:a16="http://schemas.microsoft.com/office/drawing/2014/main" id="{19E0D814-2370-44CC-82ED-58FBF8DFD5E5}"/>
              </a:ext>
            </a:extLst>
          </p:cNvPr>
          <p:cNvSpPr/>
          <p:nvPr userDrawn="1"/>
        </p:nvSpPr>
        <p:spPr>
          <a:xfrm>
            <a:off x="10512000" y="4846831"/>
            <a:ext cx="1687939" cy="2019917"/>
          </a:xfrm>
          <a:custGeom>
            <a:avLst/>
            <a:gdLst>
              <a:gd name="connsiteX0" fmla="*/ 0 w 1800000"/>
              <a:gd name="connsiteY0" fmla="*/ 2019600 h 2019600"/>
              <a:gd name="connsiteX1" fmla="*/ 900000 w 1800000"/>
              <a:gd name="connsiteY1" fmla="*/ 0 h 2019600"/>
              <a:gd name="connsiteX2" fmla="*/ 1800000 w 1800000"/>
              <a:gd name="connsiteY2" fmla="*/ 2019600 h 2019600"/>
              <a:gd name="connsiteX3" fmla="*/ 0 w 1800000"/>
              <a:gd name="connsiteY3" fmla="*/ 2019600 h 2019600"/>
              <a:gd name="connsiteX0" fmla="*/ 0 w 1800000"/>
              <a:gd name="connsiteY0" fmla="*/ 2019600 h 2019600"/>
              <a:gd name="connsiteX1" fmla="*/ 900000 w 1800000"/>
              <a:gd name="connsiteY1" fmla="*/ 0 h 2019600"/>
              <a:gd name="connsiteX2" fmla="*/ 1678228 w 1800000"/>
              <a:gd name="connsiteY2" fmla="*/ 1739459 h 2019600"/>
              <a:gd name="connsiteX3" fmla="*/ 1800000 w 1800000"/>
              <a:gd name="connsiteY3" fmla="*/ 2019600 h 2019600"/>
              <a:gd name="connsiteX4" fmla="*/ 0 w 1800000"/>
              <a:gd name="connsiteY4" fmla="*/ 2019600 h 2019600"/>
              <a:gd name="connsiteX0" fmla="*/ 0 w 1800000"/>
              <a:gd name="connsiteY0" fmla="*/ 2019600 h 2019600"/>
              <a:gd name="connsiteX1" fmla="*/ 900000 w 1800000"/>
              <a:gd name="connsiteY1" fmla="*/ 0 h 2019600"/>
              <a:gd name="connsiteX2" fmla="*/ 1678228 w 1800000"/>
              <a:gd name="connsiteY2" fmla="*/ 1739459 h 2019600"/>
              <a:gd name="connsiteX3" fmla="*/ 1800000 w 1800000"/>
              <a:gd name="connsiteY3" fmla="*/ 2019600 h 2019600"/>
              <a:gd name="connsiteX4" fmla="*/ 1683544 w 1800000"/>
              <a:gd name="connsiteY4" fmla="*/ 2015906 h 2019600"/>
              <a:gd name="connsiteX5" fmla="*/ 0 w 1800000"/>
              <a:gd name="connsiteY5" fmla="*/ 2019600 h 2019600"/>
              <a:gd name="connsiteX0" fmla="*/ 0 w 1683544"/>
              <a:gd name="connsiteY0" fmla="*/ 2019600 h 2019600"/>
              <a:gd name="connsiteX1" fmla="*/ 900000 w 1683544"/>
              <a:gd name="connsiteY1" fmla="*/ 0 h 2019600"/>
              <a:gd name="connsiteX2" fmla="*/ 1678228 w 1683544"/>
              <a:gd name="connsiteY2" fmla="*/ 1739459 h 2019600"/>
              <a:gd name="connsiteX3" fmla="*/ 1683544 w 1683544"/>
              <a:gd name="connsiteY3" fmla="*/ 2015906 h 2019600"/>
              <a:gd name="connsiteX4" fmla="*/ 0 w 1683544"/>
              <a:gd name="connsiteY4" fmla="*/ 2019600 h 2019600"/>
              <a:gd name="connsiteX0" fmla="*/ 0 w 1683544"/>
              <a:gd name="connsiteY0" fmla="*/ 2019600 h 2019600"/>
              <a:gd name="connsiteX1" fmla="*/ 900000 w 1683544"/>
              <a:gd name="connsiteY1" fmla="*/ 0 h 2019600"/>
              <a:gd name="connsiteX2" fmla="*/ 1683544 w 1683544"/>
              <a:gd name="connsiteY2" fmla="*/ 1750091 h 2019600"/>
              <a:gd name="connsiteX3" fmla="*/ 1683544 w 1683544"/>
              <a:gd name="connsiteY3" fmla="*/ 2015906 h 2019600"/>
              <a:gd name="connsiteX4" fmla="*/ 0 w 1683544"/>
              <a:gd name="connsiteY4" fmla="*/ 2019600 h 2019600"/>
              <a:gd name="connsiteX0" fmla="*/ 0 w 1683544"/>
              <a:gd name="connsiteY0" fmla="*/ 2019600 h 2027938"/>
              <a:gd name="connsiteX1" fmla="*/ 900000 w 1683544"/>
              <a:gd name="connsiteY1" fmla="*/ 0 h 2027938"/>
              <a:gd name="connsiteX2" fmla="*/ 1683544 w 1683544"/>
              <a:gd name="connsiteY2" fmla="*/ 1750091 h 2027938"/>
              <a:gd name="connsiteX3" fmla="*/ 1683544 w 1683544"/>
              <a:gd name="connsiteY3" fmla="*/ 2027938 h 2027938"/>
              <a:gd name="connsiteX4" fmla="*/ 0 w 1683544"/>
              <a:gd name="connsiteY4" fmla="*/ 2019600 h 2027938"/>
              <a:gd name="connsiteX0" fmla="*/ 0 w 1687554"/>
              <a:gd name="connsiteY0" fmla="*/ 2019600 h 2023927"/>
              <a:gd name="connsiteX1" fmla="*/ 900000 w 1687554"/>
              <a:gd name="connsiteY1" fmla="*/ 0 h 2023927"/>
              <a:gd name="connsiteX2" fmla="*/ 1683544 w 1687554"/>
              <a:gd name="connsiteY2" fmla="*/ 1750091 h 2023927"/>
              <a:gd name="connsiteX3" fmla="*/ 1687554 w 1687554"/>
              <a:gd name="connsiteY3" fmla="*/ 2023927 h 2023927"/>
              <a:gd name="connsiteX4" fmla="*/ 0 w 1687554"/>
              <a:gd name="connsiteY4" fmla="*/ 2019600 h 2023927"/>
              <a:gd name="connsiteX0" fmla="*/ 0 w 1687554"/>
              <a:gd name="connsiteY0" fmla="*/ 2019600 h 2019917"/>
              <a:gd name="connsiteX1" fmla="*/ 900000 w 1687554"/>
              <a:gd name="connsiteY1" fmla="*/ 0 h 2019917"/>
              <a:gd name="connsiteX2" fmla="*/ 1683544 w 1687554"/>
              <a:gd name="connsiteY2" fmla="*/ 1750091 h 2019917"/>
              <a:gd name="connsiteX3" fmla="*/ 1687554 w 1687554"/>
              <a:gd name="connsiteY3" fmla="*/ 2019917 h 2019917"/>
              <a:gd name="connsiteX4" fmla="*/ 0 w 1687554"/>
              <a:gd name="connsiteY4" fmla="*/ 2019600 h 2019917"/>
              <a:gd name="connsiteX0" fmla="*/ 0 w 1687939"/>
              <a:gd name="connsiteY0" fmla="*/ 2019600 h 2019917"/>
              <a:gd name="connsiteX1" fmla="*/ 900000 w 1687939"/>
              <a:gd name="connsiteY1" fmla="*/ 0 h 2019917"/>
              <a:gd name="connsiteX2" fmla="*/ 1687554 w 1687939"/>
              <a:gd name="connsiteY2" fmla="*/ 1758112 h 2019917"/>
              <a:gd name="connsiteX3" fmla="*/ 1687554 w 1687939"/>
              <a:gd name="connsiteY3" fmla="*/ 2019917 h 2019917"/>
              <a:gd name="connsiteX4" fmla="*/ 0 w 1687939"/>
              <a:gd name="connsiteY4" fmla="*/ 2019600 h 2019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7939" h="2019917">
                <a:moveTo>
                  <a:pt x="0" y="2019600"/>
                </a:moveTo>
                <a:lnTo>
                  <a:pt x="900000" y="0"/>
                </a:lnTo>
                <a:lnTo>
                  <a:pt x="1687554" y="1758112"/>
                </a:lnTo>
                <a:cubicBezTo>
                  <a:pt x="1688891" y="1849391"/>
                  <a:pt x="1686217" y="1928638"/>
                  <a:pt x="1687554" y="2019917"/>
                </a:cubicBezTo>
                <a:lnTo>
                  <a:pt x="0" y="2019600"/>
                </a:lnTo>
                <a:close/>
              </a:path>
            </a:pathLst>
          </a:custGeom>
          <a:solidFill>
            <a:schemeClr val="accent2">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
        <p:nvSpPr>
          <p:cNvPr id="3" name="Content Placeholder 2"/>
          <p:cNvSpPr>
            <a:spLocks noGrp="1"/>
          </p:cNvSpPr>
          <p:nvPr>
            <p:ph idx="1"/>
          </p:nvPr>
        </p:nvSpPr>
        <p:spPr>
          <a:xfrm>
            <a:off x="504000" y="1584000"/>
            <a:ext cx="7878000" cy="4320000"/>
          </a:xfrm>
        </p:spPr>
        <p:txBody>
          <a:bodyPr>
            <a:noAutofit/>
          </a:bodyPr>
          <a:lstStyle>
            <a:lvl5pPr>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p:cNvSpPr/>
          <p:nvPr userDrawn="1"/>
        </p:nvSpPr>
        <p:spPr>
          <a:xfrm>
            <a:off x="504000" y="0"/>
            <a:ext cx="1430400" cy="327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lstStyle/>
          <a:p>
            <a:pPr algn="ctr"/>
            <a:r>
              <a:rPr lang="en-GB" sz="1000" dirty="0"/>
              <a:t>Internal use only</a:t>
            </a:r>
          </a:p>
        </p:txBody>
      </p:sp>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50400" y="6318000"/>
            <a:ext cx="961200" cy="215694"/>
          </a:xfrm>
          <a:prstGeom prst="rect">
            <a:avLst/>
          </a:prstGeom>
        </p:spPr>
      </p:pic>
      <p:sp>
        <p:nvSpPr>
          <p:cNvPr id="13" name="Title 1">
            <a:extLst>
              <a:ext uri="{FF2B5EF4-FFF2-40B4-BE49-F238E27FC236}">
                <a16:creationId xmlns:a16="http://schemas.microsoft.com/office/drawing/2014/main" id="{4D7F196A-CD00-4DD1-B36A-C8D37E166303}"/>
              </a:ext>
            </a:extLst>
          </p:cNvPr>
          <p:cNvSpPr>
            <a:spLocks noGrp="1"/>
          </p:cNvSpPr>
          <p:nvPr>
            <p:ph type="title"/>
          </p:nvPr>
        </p:nvSpPr>
        <p:spPr>
          <a:xfrm>
            <a:off x="504000" y="612000"/>
            <a:ext cx="9840000" cy="396000"/>
          </a:xfrm>
        </p:spPr>
        <p:txBody>
          <a:bodyPr>
            <a:noAutofit/>
          </a:bodyPr>
          <a:lstStyle/>
          <a:p>
            <a:r>
              <a:rPr lang="en-US"/>
              <a:t>Click to edit Master title style</a:t>
            </a:r>
          </a:p>
        </p:txBody>
      </p:sp>
      <p:sp>
        <p:nvSpPr>
          <p:cNvPr id="16" name="Text Placeholder 7">
            <a:extLst>
              <a:ext uri="{FF2B5EF4-FFF2-40B4-BE49-F238E27FC236}">
                <a16:creationId xmlns:a16="http://schemas.microsoft.com/office/drawing/2014/main" id="{955B826C-85D1-40FA-8463-2AB789AEA3A0}"/>
              </a:ext>
            </a:extLst>
          </p:cNvPr>
          <p:cNvSpPr>
            <a:spLocks noGrp="1"/>
          </p:cNvSpPr>
          <p:nvPr>
            <p:ph type="body" sz="quarter" idx="13"/>
          </p:nvPr>
        </p:nvSpPr>
        <p:spPr>
          <a:xfrm>
            <a:off x="504000" y="1044000"/>
            <a:ext cx="9840000" cy="432000"/>
          </a:xfrm>
        </p:spPr>
        <p:txBody>
          <a:bodyPr>
            <a:noAutofit/>
          </a:bodyPr>
          <a:lstStyle>
            <a:lvl1pPr marL="0" indent="0">
              <a:lnSpc>
                <a:spcPts val="2800"/>
              </a:lnSpc>
              <a:spcAft>
                <a:spcPts val="0"/>
              </a:spcAft>
              <a:buNone/>
              <a:defRPr sz="2800" b="1" cap="none" baseline="0">
                <a:solidFill>
                  <a:schemeClr val="accent2"/>
                </a:solidFill>
              </a:defRPr>
            </a:lvl1pPr>
          </a:lstStyle>
          <a:p>
            <a:pPr lvl="0"/>
            <a:r>
              <a:rPr lang="en-US"/>
              <a:t>Edit Master text styles</a:t>
            </a:r>
          </a:p>
        </p:txBody>
      </p:sp>
      <p:sp>
        <p:nvSpPr>
          <p:cNvPr id="17" name="Footer Placeholder 4">
            <a:extLst>
              <a:ext uri="{FF2B5EF4-FFF2-40B4-BE49-F238E27FC236}">
                <a16:creationId xmlns:a16="http://schemas.microsoft.com/office/drawing/2014/main" id="{186F30EA-71C0-43EA-8DBF-0B660EA15284}"/>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defRPr>
            </a:lvl1pPr>
          </a:lstStyle>
          <a:p>
            <a:r>
              <a:rPr lang="en-GB" dirty="0"/>
              <a:t>© 2018 AVEVA Solutions Limited and its subsidiaries. All rights reserved.</a:t>
            </a:r>
          </a:p>
        </p:txBody>
      </p:sp>
      <p:sp>
        <p:nvSpPr>
          <p:cNvPr id="19" name="Slide Number Placeholder 5">
            <a:extLst>
              <a:ext uri="{FF2B5EF4-FFF2-40B4-BE49-F238E27FC236}">
                <a16:creationId xmlns:a16="http://schemas.microsoft.com/office/drawing/2014/main" id="{99130BA2-4E6D-4DFC-BD6B-A935D3EF2EA7}"/>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defRPr>
            </a:lvl1pPr>
          </a:lstStyle>
          <a:p>
            <a:fld id="{267CDB12-45E5-4FD7-AE50-9CB5AFC72BA1}" type="slidenum">
              <a:rPr lang="en-GB" smtClean="0"/>
              <a:pPr/>
              <a:t>‹#›</a:t>
            </a:fld>
            <a:endParaRPr lang="en-GB" dirty="0"/>
          </a:p>
        </p:txBody>
      </p:sp>
      <p:sp>
        <p:nvSpPr>
          <p:cNvPr id="18" name="TextBox 17">
            <a:extLst>
              <a:ext uri="{FF2B5EF4-FFF2-40B4-BE49-F238E27FC236}">
                <a16:creationId xmlns:a16="http://schemas.microsoft.com/office/drawing/2014/main" id="{DB15FE0B-B3BF-4D32-9D9A-A6FED97D9038}"/>
              </a:ext>
            </a:extLst>
          </p:cNvPr>
          <p:cNvSpPr txBox="1"/>
          <p:nvPr userDrawn="1"/>
        </p:nvSpPr>
        <p:spPr>
          <a:xfrm>
            <a:off x="6498191" y="6957236"/>
            <a:ext cx="5706098" cy="1785104"/>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Arial" panose="020B0604020202020204" pitchFamily="34" charset="0"/>
                <a:cs typeface="Arial" panose="020B0604020202020204" pitchFamily="34" charset="0"/>
              </a:rPr>
              <a:t>Adding an image to the right hand shape (recommended):</a:t>
            </a:r>
          </a:p>
          <a:p>
            <a:r>
              <a:rPr lang="en-GB" sz="1000" dirty="0">
                <a:solidFill>
                  <a:schemeClr val="bg1">
                    <a:lumMod val="50000"/>
                  </a:schemeClr>
                </a:solidFill>
                <a:latin typeface="Arial" panose="020B0604020202020204" pitchFamily="34" charset="0"/>
                <a:cs typeface="Arial" panose="020B0604020202020204" pitchFamily="34" charset="0"/>
              </a:rPr>
              <a:t>Prior to starting, please browse our image library </a:t>
            </a:r>
            <a:r>
              <a:rPr lang="en-GB" sz="1000" b="1" dirty="0">
                <a:solidFill>
                  <a:schemeClr val="bg1">
                    <a:lumMod val="50000"/>
                  </a:schemeClr>
                </a:solidFill>
                <a:latin typeface="Arial" panose="020B0604020202020204" pitchFamily="34" charset="0"/>
                <a:cs typeface="Arial" panose="020B0604020202020204" pitchFamily="34" charset="0"/>
              </a:rPr>
              <a:t>https://AVEVAimages.thirdlight.com/</a:t>
            </a:r>
          </a:p>
          <a:p>
            <a:r>
              <a:rPr lang="en-GB" sz="1000" dirty="0">
                <a:solidFill>
                  <a:schemeClr val="bg1">
                    <a:lumMod val="50000"/>
                  </a:schemeClr>
                </a:solidFill>
                <a:latin typeface="Arial" panose="020B0604020202020204" pitchFamily="34" charset="0"/>
                <a:cs typeface="Arial" panose="020B0604020202020204" pitchFamily="34" charset="0"/>
              </a:rPr>
              <a:t>and download some image options.</a:t>
            </a:r>
          </a:p>
          <a:p>
            <a:r>
              <a:rPr lang="en-GB" sz="1000" dirty="0">
                <a:solidFill>
                  <a:schemeClr val="bg1">
                    <a:lumMod val="50000"/>
                  </a:schemeClr>
                </a:solidFill>
                <a:latin typeface="Arial" panose="020B0604020202020204" pitchFamily="34" charset="0"/>
                <a:cs typeface="Arial" panose="020B0604020202020204" pitchFamily="34" charset="0"/>
              </a:rPr>
              <a:t>(We recommend either a Digital Asset, Physical Asset or a People image, available via folders of the same names in the image library.)</a:t>
            </a:r>
          </a:p>
          <a:p>
            <a:pPr marL="228600" indent="-228600">
              <a:buAutoNum type="arabicPeriod"/>
            </a:pPr>
            <a:r>
              <a:rPr lang="en-GB" sz="1000" dirty="0">
                <a:solidFill>
                  <a:schemeClr val="tx1">
                    <a:lumMod val="85000"/>
                    <a:lumOff val="15000"/>
                  </a:schemeClr>
                </a:solidFill>
                <a:latin typeface="Arial" panose="020B0604020202020204" pitchFamily="34" charset="0"/>
                <a:cs typeface="Arial" panose="020B0604020202020204" pitchFamily="34" charset="0"/>
              </a:rPr>
              <a:t>“Click icon to add picture” and browse your local drive for an image previously downloaded.</a:t>
            </a:r>
          </a:p>
          <a:p>
            <a:pPr marL="228600" indent="-228600">
              <a:buAutoNum type="arabicPeriod"/>
            </a:pPr>
            <a:r>
              <a:rPr lang="en-GB" sz="1000" dirty="0">
                <a:solidFill>
                  <a:schemeClr val="tx1">
                    <a:lumMod val="85000"/>
                    <a:lumOff val="15000"/>
                  </a:schemeClr>
                </a:solidFill>
                <a:latin typeface="Arial" panose="020B0604020202020204" pitchFamily="34" charset="0"/>
                <a:cs typeface="Arial" panose="020B0604020202020204" pitchFamily="34" charset="0"/>
              </a:rPr>
              <a:t>If you need to resize the image or the image doesn’t ‘sit’ right you can reposition by clicking on the “Crop” icon in the ribbon via clicking “Format &gt; Size &gt; Crop”.  Be careful to </a:t>
            </a:r>
            <a:r>
              <a:rPr lang="en-GB" sz="1000" b="1" dirty="0">
                <a:solidFill>
                  <a:schemeClr val="tx1">
                    <a:lumMod val="85000"/>
                    <a:lumOff val="15000"/>
                  </a:schemeClr>
                </a:solidFill>
                <a:latin typeface="Arial" panose="020B0604020202020204" pitchFamily="34" charset="0"/>
                <a:cs typeface="Arial" panose="020B0604020202020204" pitchFamily="34" charset="0"/>
              </a:rPr>
              <a:t>only</a:t>
            </a:r>
            <a:r>
              <a:rPr lang="en-GB" sz="1000" dirty="0">
                <a:solidFill>
                  <a:schemeClr val="tx1">
                    <a:lumMod val="85000"/>
                    <a:lumOff val="15000"/>
                  </a:schemeClr>
                </a:solidFill>
                <a:latin typeface="Arial" panose="020B0604020202020204" pitchFamily="34" charset="0"/>
                <a:cs typeface="Arial" panose="020B0604020202020204" pitchFamily="34" charset="0"/>
              </a:rPr>
              <a:t> </a:t>
            </a:r>
            <a:r>
              <a:rPr lang="en-GB" sz="1000" b="1" dirty="0">
                <a:solidFill>
                  <a:schemeClr val="tx1">
                    <a:lumMod val="85000"/>
                    <a:lumOff val="15000"/>
                  </a:schemeClr>
                </a:solidFill>
                <a:latin typeface="Arial" panose="020B0604020202020204" pitchFamily="34" charset="0"/>
                <a:cs typeface="Arial" panose="020B0604020202020204" pitchFamily="34" charset="0"/>
              </a:rPr>
              <a:t>use the circle grab handles on the corners </a:t>
            </a:r>
            <a:r>
              <a:rPr lang="en-GB" sz="1000" dirty="0">
                <a:solidFill>
                  <a:schemeClr val="tx1">
                    <a:lumMod val="85000"/>
                    <a:lumOff val="15000"/>
                  </a:schemeClr>
                </a:solidFill>
                <a:latin typeface="Arial" panose="020B0604020202020204" pitchFamily="34" charset="0"/>
                <a:cs typeface="Arial" panose="020B0604020202020204" pitchFamily="34" charset="0"/>
              </a:rPr>
              <a:t>when resizing.</a:t>
            </a:r>
          </a:p>
          <a:p>
            <a:pPr marL="228600" indent="-228600">
              <a:buAutoNum type="arabicPeriod"/>
            </a:pPr>
            <a:r>
              <a:rPr lang="en-GB" sz="1000" dirty="0">
                <a:solidFill>
                  <a:schemeClr val="tx1">
                    <a:lumMod val="85000"/>
                    <a:lumOff val="15000"/>
                  </a:schemeClr>
                </a:solidFill>
                <a:latin typeface="Arial" panose="020B0604020202020204" pitchFamily="34" charset="0"/>
                <a:cs typeface="Arial" panose="020B0604020202020204" pitchFamily="34" charset="0"/>
              </a:rPr>
              <a:t>If you change your mind and want to change the image – Select the triangle shape and press the Delete key or Backspace key on your keyboard to start again.</a:t>
            </a:r>
          </a:p>
        </p:txBody>
      </p:sp>
    </p:spTree>
    <p:extLst>
      <p:ext uri="{BB962C8B-B14F-4D97-AF65-F5344CB8AC3E}">
        <p14:creationId xmlns:p14="http://schemas.microsoft.com/office/powerpoint/2010/main" val="29029166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F425E74-4630-48CA-B175-5B1CD339C33A}"/>
              </a:ext>
            </a:extLst>
          </p:cNvPr>
          <p:cNvSpPr/>
          <p:nvPr userDrawn="1"/>
        </p:nvSpPr>
        <p:spPr>
          <a:xfrm>
            <a:off x="0" y="-1"/>
            <a:ext cx="12192000" cy="6867549"/>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Isosceles Triangle 7">
            <a:extLst>
              <a:ext uri="{FF2B5EF4-FFF2-40B4-BE49-F238E27FC236}">
                <a16:creationId xmlns:a16="http://schemas.microsoft.com/office/drawing/2014/main" id="{97A3D32B-FCFD-4B55-AE5E-14F45BD63872}"/>
              </a:ext>
            </a:extLst>
          </p:cNvPr>
          <p:cNvSpPr/>
          <p:nvPr userDrawn="1"/>
        </p:nvSpPr>
        <p:spPr>
          <a:xfrm>
            <a:off x="10512000" y="4846831"/>
            <a:ext cx="1687939" cy="2019917"/>
          </a:xfrm>
          <a:custGeom>
            <a:avLst/>
            <a:gdLst>
              <a:gd name="connsiteX0" fmla="*/ 0 w 1800000"/>
              <a:gd name="connsiteY0" fmla="*/ 2019600 h 2019600"/>
              <a:gd name="connsiteX1" fmla="*/ 900000 w 1800000"/>
              <a:gd name="connsiteY1" fmla="*/ 0 h 2019600"/>
              <a:gd name="connsiteX2" fmla="*/ 1800000 w 1800000"/>
              <a:gd name="connsiteY2" fmla="*/ 2019600 h 2019600"/>
              <a:gd name="connsiteX3" fmla="*/ 0 w 1800000"/>
              <a:gd name="connsiteY3" fmla="*/ 2019600 h 2019600"/>
              <a:gd name="connsiteX0" fmla="*/ 0 w 1800000"/>
              <a:gd name="connsiteY0" fmla="*/ 2019600 h 2019600"/>
              <a:gd name="connsiteX1" fmla="*/ 900000 w 1800000"/>
              <a:gd name="connsiteY1" fmla="*/ 0 h 2019600"/>
              <a:gd name="connsiteX2" fmla="*/ 1678228 w 1800000"/>
              <a:gd name="connsiteY2" fmla="*/ 1739459 h 2019600"/>
              <a:gd name="connsiteX3" fmla="*/ 1800000 w 1800000"/>
              <a:gd name="connsiteY3" fmla="*/ 2019600 h 2019600"/>
              <a:gd name="connsiteX4" fmla="*/ 0 w 1800000"/>
              <a:gd name="connsiteY4" fmla="*/ 2019600 h 2019600"/>
              <a:gd name="connsiteX0" fmla="*/ 0 w 1800000"/>
              <a:gd name="connsiteY0" fmla="*/ 2019600 h 2019600"/>
              <a:gd name="connsiteX1" fmla="*/ 900000 w 1800000"/>
              <a:gd name="connsiteY1" fmla="*/ 0 h 2019600"/>
              <a:gd name="connsiteX2" fmla="*/ 1678228 w 1800000"/>
              <a:gd name="connsiteY2" fmla="*/ 1739459 h 2019600"/>
              <a:gd name="connsiteX3" fmla="*/ 1800000 w 1800000"/>
              <a:gd name="connsiteY3" fmla="*/ 2019600 h 2019600"/>
              <a:gd name="connsiteX4" fmla="*/ 1683544 w 1800000"/>
              <a:gd name="connsiteY4" fmla="*/ 2015906 h 2019600"/>
              <a:gd name="connsiteX5" fmla="*/ 0 w 1800000"/>
              <a:gd name="connsiteY5" fmla="*/ 2019600 h 2019600"/>
              <a:gd name="connsiteX0" fmla="*/ 0 w 1683544"/>
              <a:gd name="connsiteY0" fmla="*/ 2019600 h 2019600"/>
              <a:gd name="connsiteX1" fmla="*/ 900000 w 1683544"/>
              <a:gd name="connsiteY1" fmla="*/ 0 h 2019600"/>
              <a:gd name="connsiteX2" fmla="*/ 1678228 w 1683544"/>
              <a:gd name="connsiteY2" fmla="*/ 1739459 h 2019600"/>
              <a:gd name="connsiteX3" fmla="*/ 1683544 w 1683544"/>
              <a:gd name="connsiteY3" fmla="*/ 2015906 h 2019600"/>
              <a:gd name="connsiteX4" fmla="*/ 0 w 1683544"/>
              <a:gd name="connsiteY4" fmla="*/ 2019600 h 2019600"/>
              <a:gd name="connsiteX0" fmla="*/ 0 w 1683544"/>
              <a:gd name="connsiteY0" fmla="*/ 2019600 h 2019600"/>
              <a:gd name="connsiteX1" fmla="*/ 900000 w 1683544"/>
              <a:gd name="connsiteY1" fmla="*/ 0 h 2019600"/>
              <a:gd name="connsiteX2" fmla="*/ 1683544 w 1683544"/>
              <a:gd name="connsiteY2" fmla="*/ 1750091 h 2019600"/>
              <a:gd name="connsiteX3" fmla="*/ 1683544 w 1683544"/>
              <a:gd name="connsiteY3" fmla="*/ 2015906 h 2019600"/>
              <a:gd name="connsiteX4" fmla="*/ 0 w 1683544"/>
              <a:gd name="connsiteY4" fmla="*/ 2019600 h 2019600"/>
              <a:gd name="connsiteX0" fmla="*/ 0 w 1683544"/>
              <a:gd name="connsiteY0" fmla="*/ 2019600 h 2027938"/>
              <a:gd name="connsiteX1" fmla="*/ 900000 w 1683544"/>
              <a:gd name="connsiteY1" fmla="*/ 0 h 2027938"/>
              <a:gd name="connsiteX2" fmla="*/ 1683544 w 1683544"/>
              <a:gd name="connsiteY2" fmla="*/ 1750091 h 2027938"/>
              <a:gd name="connsiteX3" fmla="*/ 1683544 w 1683544"/>
              <a:gd name="connsiteY3" fmla="*/ 2027938 h 2027938"/>
              <a:gd name="connsiteX4" fmla="*/ 0 w 1683544"/>
              <a:gd name="connsiteY4" fmla="*/ 2019600 h 2027938"/>
              <a:gd name="connsiteX0" fmla="*/ 0 w 1687554"/>
              <a:gd name="connsiteY0" fmla="*/ 2019600 h 2023927"/>
              <a:gd name="connsiteX1" fmla="*/ 900000 w 1687554"/>
              <a:gd name="connsiteY1" fmla="*/ 0 h 2023927"/>
              <a:gd name="connsiteX2" fmla="*/ 1683544 w 1687554"/>
              <a:gd name="connsiteY2" fmla="*/ 1750091 h 2023927"/>
              <a:gd name="connsiteX3" fmla="*/ 1687554 w 1687554"/>
              <a:gd name="connsiteY3" fmla="*/ 2023927 h 2023927"/>
              <a:gd name="connsiteX4" fmla="*/ 0 w 1687554"/>
              <a:gd name="connsiteY4" fmla="*/ 2019600 h 2023927"/>
              <a:gd name="connsiteX0" fmla="*/ 0 w 1687554"/>
              <a:gd name="connsiteY0" fmla="*/ 2019600 h 2019917"/>
              <a:gd name="connsiteX1" fmla="*/ 900000 w 1687554"/>
              <a:gd name="connsiteY1" fmla="*/ 0 h 2019917"/>
              <a:gd name="connsiteX2" fmla="*/ 1683544 w 1687554"/>
              <a:gd name="connsiteY2" fmla="*/ 1750091 h 2019917"/>
              <a:gd name="connsiteX3" fmla="*/ 1687554 w 1687554"/>
              <a:gd name="connsiteY3" fmla="*/ 2019917 h 2019917"/>
              <a:gd name="connsiteX4" fmla="*/ 0 w 1687554"/>
              <a:gd name="connsiteY4" fmla="*/ 2019600 h 2019917"/>
              <a:gd name="connsiteX0" fmla="*/ 0 w 1687939"/>
              <a:gd name="connsiteY0" fmla="*/ 2019600 h 2019917"/>
              <a:gd name="connsiteX1" fmla="*/ 900000 w 1687939"/>
              <a:gd name="connsiteY1" fmla="*/ 0 h 2019917"/>
              <a:gd name="connsiteX2" fmla="*/ 1687554 w 1687939"/>
              <a:gd name="connsiteY2" fmla="*/ 1758112 h 2019917"/>
              <a:gd name="connsiteX3" fmla="*/ 1687554 w 1687939"/>
              <a:gd name="connsiteY3" fmla="*/ 2019917 h 2019917"/>
              <a:gd name="connsiteX4" fmla="*/ 0 w 1687939"/>
              <a:gd name="connsiteY4" fmla="*/ 2019600 h 2019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7939" h="2019917">
                <a:moveTo>
                  <a:pt x="0" y="2019600"/>
                </a:moveTo>
                <a:lnTo>
                  <a:pt x="900000" y="0"/>
                </a:lnTo>
                <a:lnTo>
                  <a:pt x="1687554" y="1758112"/>
                </a:lnTo>
                <a:cubicBezTo>
                  <a:pt x="1688891" y="1849391"/>
                  <a:pt x="1686217" y="1928638"/>
                  <a:pt x="1687554" y="2019917"/>
                </a:cubicBezTo>
                <a:lnTo>
                  <a:pt x="0" y="2019600"/>
                </a:lnTo>
                <a:close/>
              </a:path>
            </a:pathLst>
          </a:custGeom>
          <a:solidFill>
            <a:schemeClr val="accent2">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
        <p:nvSpPr>
          <p:cNvPr id="2" name="Title 1"/>
          <p:cNvSpPr>
            <a:spLocks noGrp="1"/>
          </p:cNvSpPr>
          <p:nvPr>
            <p:ph type="title"/>
          </p:nvPr>
        </p:nvSpPr>
        <p:spPr>
          <a:xfrm>
            <a:off x="504000" y="612000"/>
            <a:ext cx="9840000" cy="396000"/>
          </a:xfrm>
        </p:spPr>
        <p:txBody>
          <a:bodyPr>
            <a:noAutofit/>
          </a:bodyPr>
          <a:lstStyle/>
          <a:p>
            <a:r>
              <a:rPr lang="en-US"/>
              <a:t>Click to edit Master title style</a:t>
            </a:r>
          </a:p>
        </p:txBody>
      </p:sp>
      <p:sp>
        <p:nvSpPr>
          <p:cNvPr id="8" name="Text Placeholder 7"/>
          <p:cNvSpPr>
            <a:spLocks noGrp="1"/>
          </p:cNvSpPr>
          <p:nvPr>
            <p:ph type="body" sz="quarter" idx="13"/>
          </p:nvPr>
        </p:nvSpPr>
        <p:spPr>
          <a:xfrm>
            <a:off x="504000" y="1044000"/>
            <a:ext cx="9840000" cy="432000"/>
          </a:xfrm>
        </p:spPr>
        <p:txBody>
          <a:bodyPr>
            <a:noAutofit/>
          </a:bodyPr>
          <a:lstStyle>
            <a:lvl1pPr marL="0" indent="0">
              <a:lnSpc>
                <a:spcPts val="2800"/>
              </a:lnSpc>
              <a:spcAft>
                <a:spcPts val="0"/>
              </a:spcAft>
              <a:buNone/>
              <a:defRPr sz="2800" b="1" cap="none" baseline="0">
                <a:solidFill>
                  <a:schemeClr val="accent2"/>
                </a:solidFill>
              </a:defRPr>
            </a:lvl1pPr>
          </a:lstStyle>
          <a:p>
            <a:pPr lvl="0"/>
            <a:r>
              <a:rPr lang="en-US"/>
              <a:t>Edit Master text styles</a:t>
            </a:r>
          </a:p>
        </p:txBody>
      </p:sp>
      <p:sp>
        <p:nvSpPr>
          <p:cNvPr id="10" name="Rectangle 9"/>
          <p:cNvSpPr/>
          <p:nvPr userDrawn="1"/>
        </p:nvSpPr>
        <p:spPr>
          <a:xfrm>
            <a:off x="504000" y="0"/>
            <a:ext cx="1430400" cy="327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lstStyle/>
          <a:p>
            <a:pPr algn="ctr"/>
            <a:r>
              <a:rPr lang="en-GB" sz="1000" dirty="0"/>
              <a:t>Internal use only</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50400" y="6318000"/>
            <a:ext cx="961200" cy="215694"/>
          </a:xfrm>
          <a:prstGeom prst="rect">
            <a:avLst/>
          </a:prstGeom>
        </p:spPr>
      </p:pic>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defRPr>
            </a:lvl1pPr>
          </a:lstStyle>
          <a:p>
            <a:r>
              <a:rPr lang="en-GB" dirty="0"/>
              <a:t>© 2018 AVEVA Solutions Limited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defRPr>
            </a:lvl1p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20497598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8C7AF8CA-60BE-47E5-95F9-F563E02C7FD5}"/>
              </a:ext>
            </a:extLst>
          </p:cNvPr>
          <p:cNvSpPr>
            <a:spLocks noGrp="1"/>
          </p:cNvSpPr>
          <p:nvPr userDrawn="1">
            <p:ph type="body" sz="quarter" idx="16" hasCustomPrompt="1"/>
          </p:nvPr>
        </p:nvSpPr>
        <p:spPr>
          <a:xfrm>
            <a:off x="503999" y="3249448"/>
            <a:ext cx="8686800" cy="338554"/>
          </a:xfrm>
        </p:spPr>
        <p:txBody>
          <a:bodyPr>
            <a:noAutofit/>
          </a:bodyPr>
          <a:lstStyle>
            <a:lvl1pPr marL="27432" indent="0">
              <a:spcAft>
                <a:spcPts val="1000"/>
              </a:spcAft>
              <a:buNone/>
              <a:defRPr sz="2000" b="0">
                <a:solidFill>
                  <a:schemeClr val="bg1"/>
                </a:solidFill>
                <a:latin typeface="Calibri" panose="020F0502020204030204" pitchFamily="34" charset="0"/>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Optional Subtitle</a:t>
            </a:r>
          </a:p>
        </p:txBody>
      </p:sp>
      <p:sp>
        <p:nvSpPr>
          <p:cNvPr id="8" name="Text Placeholder 7"/>
          <p:cNvSpPr>
            <a:spLocks noGrp="1"/>
          </p:cNvSpPr>
          <p:nvPr userDrawn="1">
            <p:ph type="body" sz="quarter" idx="12" hasCustomPrompt="1"/>
          </p:nvPr>
        </p:nvSpPr>
        <p:spPr>
          <a:xfrm>
            <a:off x="503999" y="1600200"/>
            <a:ext cx="8686800" cy="1620000"/>
          </a:xfrm>
        </p:spPr>
        <p:txBody>
          <a:bodyPr anchor="ctr">
            <a:noAutofit/>
          </a:bodyPr>
          <a:lstStyle>
            <a:lvl1pPr marL="0" indent="0">
              <a:lnSpc>
                <a:spcPct val="95000"/>
              </a:lnSpc>
              <a:spcBef>
                <a:spcPts val="0"/>
              </a:spcBef>
              <a:spcAft>
                <a:spcPts val="0"/>
              </a:spcAft>
              <a:buNone/>
              <a:defRPr sz="4800" b="0" i="0" cap="none" baseline="0">
                <a:solidFill>
                  <a:schemeClr val="bg1"/>
                </a:solidFill>
                <a:latin typeface="Calibri" panose="020F0502020204030204" pitchFamily="34" charset="0"/>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a:t>Presentation Title</a:t>
            </a:r>
          </a:p>
        </p:txBody>
      </p:sp>
      <p:sp>
        <p:nvSpPr>
          <p:cNvPr id="12" name="Footer Placeholder 4">
            <a:extLst>
              <a:ext uri="{FF2B5EF4-FFF2-40B4-BE49-F238E27FC236}">
                <a16:creationId xmlns:a16="http://schemas.microsoft.com/office/drawing/2014/main" id="{6B0C79E1-C58A-41A9-9177-E77F223FEEF4}"/>
              </a:ext>
            </a:extLst>
          </p:cNvPr>
          <p:cNvSpPr>
            <a:spLocks noGrp="1"/>
          </p:cNvSpPr>
          <p:nvPr userDrawn="1">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TextBox 20">
            <a:extLst>
              <a:ext uri="{FF2B5EF4-FFF2-40B4-BE49-F238E27FC236}">
                <a16:creationId xmlns:a16="http://schemas.microsoft.com/office/drawing/2014/main" id="{F49DBA70-198E-46D2-8FBD-2CC55B1994DA}"/>
              </a:ext>
            </a:extLst>
          </p:cNvPr>
          <p:cNvSpPr txBox="1"/>
          <p:nvPr userDrawn="1"/>
        </p:nvSpPr>
        <p:spPr>
          <a:xfrm>
            <a:off x="-2226092" y="5386726"/>
            <a:ext cx="1805878" cy="553998"/>
          </a:xfrm>
          <a:prstGeom prst="rect">
            <a:avLst/>
          </a:prstGeom>
          <a:solidFill>
            <a:schemeClr val="bg1">
              <a:lumMod val="95000"/>
            </a:schemeClr>
          </a:solidFill>
        </p:spPr>
        <p:txBody>
          <a:bodyPr wrap="square" rtlCol="0">
            <a:spAutoFit/>
          </a:bodyPr>
          <a:lstStyle/>
          <a:p>
            <a:pPr algn="r"/>
            <a:r>
              <a:rPr lang="en-GB" sz="1000" b="1" dirty="0">
                <a:solidFill>
                  <a:schemeClr val="tx1">
                    <a:lumMod val="85000"/>
                    <a:lumOff val="15000"/>
                  </a:schemeClr>
                </a:solidFill>
                <a:latin typeface="Calibri" panose="020F0502020204030204" pitchFamily="34" charset="0"/>
                <a:cs typeface="Calibri" panose="020F0502020204030204" pitchFamily="34" charset="0"/>
              </a:rPr>
              <a:t>Partner logos</a:t>
            </a:r>
          </a:p>
          <a:p>
            <a:pPr algn="r"/>
            <a:r>
              <a:rPr lang="en-GB" sz="1000" b="0" dirty="0">
                <a:solidFill>
                  <a:schemeClr val="tx1">
                    <a:lumMod val="85000"/>
                    <a:lumOff val="15000"/>
                  </a:schemeClr>
                </a:solidFill>
                <a:latin typeface="Calibri" panose="020F0502020204030204" pitchFamily="34" charset="0"/>
                <a:cs typeface="Calibri" panose="020F0502020204030204" pitchFamily="34" charset="0"/>
              </a:rPr>
              <a:t>The space is reserved for Partner logos if required</a:t>
            </a:r>
            <a:r>
              <a:rPr lang="en-GB" sz="1000" b="0" baseline="0" dirty="0">
                <a:solidFill>
                  <a:schemeClr val="tx1">
                    <a:lumMod val="85000"/>
                    <a:lumOff val="15000"/>
                  </a:schemeClr>
                </a:solidFill>
                <a:latin typeface="Calibri" panose="020F0502020204030204" pitchFamily="34" charset="0"/>
                <a:cs typeface="Calibri" panose="020F0502020204030204" pitchFamily="34" charset="0"/>
              </a:rPr>
              <a:t>.</a:t>
            </a:r>
            <a:endParaRPr lang="en-GB" sz="1000" b="0" dirty="0">
              <a:solidFill>
                <a:schemeClr val="tx1">
                  <a:lumMod val="85000"/>
                  <a:lumOff val="15000"/>
                </a:schemeClr>
              </a:solidFill>
              <a:latin typeface="Calibri" panose="020F0502020204030204" pitchFamily="34" charset="0"/>
              <a:cs typeface="Calibri" panose="020F0502020204030204" pitchFamily="34" charset="0"/>
            </a:endParaRPr>
          </a:p>
        </p:txBody>
      </p:sp>
      <p:sp>
        <p:nvSpPr>
          <p:cNvPr id="22" name="Left Brace 21">
            <a:extLst>
              <a:ext uri="{FF2B5EF4-FFF2-40B4-BE49-F238E27FC236}">
                <a16:creationId xmlns:a16="http://schemas.microsoft.com/office/drawing/2014/main" id="{7FFF29AD-3C2A-4F3B-B0A1-EC678F02D444}"/>
              </a:ext>
            </a:extLst>
          </p:cNvPr>
          <p:cNvSpPr/>
          <p:nvPr userDrawn="1"/>
        </p:nvSpPr>
        <p:spPr>
          <a:xfrm>
            <a:off x="-356714" y="4976853"/>
            <a:ext cx="229714" cy="15185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C83FD02A-2FA4-4179-B2F6-3B2A4002C850}"/>
              </a:ext>
            </a:extLst>
          </p:cNvPr>
          <p:cNvSpPr txBox="1"/>
          <p:nvPr userDrawn="1"/>
        </p:nvSpPr>
        <p:spPr>
          <a:xfrm>
            <a:off x="0" y="6957236"/>
            <a:ext cx="12192000" cy="553998"/>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Change the Background image (recommended):</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a “Macro” view image, available via folder of the same name in the image library.)</a:t>
            </a:r>
          </a:p>
          <a:p>
            <a:r>
              <a:rPr lang="en-GB" sz="1000" b="1" dirty="0">
                <a:solidFill>
                  <a:schemeClr val="tx1">
                    <a:lumMod val="85000"/>
                    <a:lumOff val="15000"/>
                  </a:schemeClr>
                </a:solidFill>
                <a:latin typeface="Calibri" panose="020F0502020204030204" pitchFamily="34" charset="0"/>
                <a:cs typeface="Calibri" panose="020F0502020204030204" pitchFamily="34" charset="0"/>
              </a:rPr>
              <a:t>“</a:t>
            </a:r>
            <a:r>
              <a:rPr lang="en-GB" sz="1000" dirty="0">
                <a:solidFill>
                  <a:schemeClr val="tx1">
                    <a:lumMod val="85000"/>
                    <a:lumOff val="15000"/>
                  </a:schemeClr>
                </a:solidFill>
                <a:latin typeface="Calibri" panose="020F0502020204030204" pitchFamily="34" charset="0"/>
                <a:cs typeface="Calibri" panose="020F0502020204030204" pitchFamily="34" charset="0"/>
              </a:rPr>
              <a:t>Right Click” on the slide and then Click “Format Background…”.  Select the “Picture of texture fill” radio button.  Click the “File…” button and browse for an image previously downloaded from the AVEVA Image Library.</a:t>
            </a:r>
          </a:p>
        </p:txBody>
      </p:sp>
      <p:cxnSp>
        <p:nvCxnSpPr>
          <p:cNvPr id="24" name="Straight Connector 23">
            <a:extLst>
              <a:ext uri="{FF2B5EF4-FFF2-40B4-BE49-F238E27FC236}">
                <a16:creationId xmlns:a16="http://schemas.microsoft.com/office/drawing/2014/main" id="{A74F4E65-A0F8-4CD4-A4DE-4414B6786ACE}"/>
              </a:ext>
            </a:extLst>
          </p:cNvPr>
          <p:cNvCxnSpPr>
            <a:cxnSpLocks/>
          </p:cNvCxnSpPr>
          <p:nvPr userDrawn="1"/>
        </p:nvCxnSpPr>
        <p:spPr>
          <a:xfrm>
            <a:off x="547539" y="1492694"/>
            <a:ext cx="1371600" cy="0"/>
          </a:xfrm>
          <a:prstGeom prst="line">
            <a:avLst/>
          </a:prstGeom>
          <a:ln w="19050">
            <a:gradFill>
              <a:gsLst>
                <a:gs pos="0">
                  <a:schemeClr val="accent5"/>
                </a:gs>
                <a:gs pos="100000">
                  <a:schemeClr val="accent3"/>
                </a:gs>
              </a:gsLst>
              <a:lin ang="0" scaled="0"/>
            </a:gradFill>
          </a:ln>
        </p:spPr>
        <p:style>
          <a:lnRef idx="1">
            <a:schemeClr val="accent4"/>
          </a:lnRef>
          <a:fillRef idx="0">
            <a:schemeClr val="accent4"/>
          </a:fillRef>
          <a:effectRef idx="0">
            <a:schemeClr val="accent4"/>
          </a:effectRef>
          <a:fontRef idx="minor">
            <a:schemeClr val="tx1"/>
          </a:fontRef>
        </p:style>
      </p:cxnSp>
      <p:sp>
        <p:nvSpPr>
          <p:cNvPr id="19" name="Text Placeholder 2">
            <a:extLst>
              <a:ext uri="{FF2B5EF4-FFF2-40B4-BE49-F238E27FC236}">
                <a16:creationId xmlns:a16="http://schemas.microsoft.com/office/drawing/2014/main" id="{7D96A70E-4684-49EE-A176-8797ABF9264F}"/>
              </a:ext>
            </a:extLst>
          </p:cNvPr>
          <p:cNvSpPr>
            <a:spLocks noGrp="1"/>
          </p:cNvSpPr>
          <p:nvPr>
            <p:ph type="body" sz="quarter" idx="19" hasCustomPrompt="1"/>
          </p:nvPr>
        </p:nvSpPr>
        <p:spPr>
          <a:xfrm>
            <a:off x="503999" y="4242981"/>
            <a:ext cx="8686800" cy="304699"/>
          </a:xfrm>
        </p:spPr>
        <p:txBody>
          <a:bodyPr>
            <a:spAutoFit/>
          </a:bodyPr>
          <a:lstStyle>
            <a:lvl1pPr marL="27432" indent="0">
              <a:spcAft>
                <a:spcPts val="1000"/>
              </a:spcAft>
              <a:buNone/>
              <a:defRPr sz="18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Presented by: First &amp; Last Name, Job Title</a:t>
            </a:r>
          </a:p>
        </p:txBody>
      </p:sp>
      <p:sp>
        <p:nvSpPr>
          <p:cNvPr id="20" name="Text Placeholder 2">
            <a:extLst>
              <a:ext uri="{FF2B5EF4-FFF2-40B4-BE49-F238E27FC236}">
                <a16:creationId xmlns:a16="http://schemas.microsoft.com/office/drawing/2014/main" id="{D0FF5AAD-6C25-46B8-B15E-B66DD37FB503}"/>
              </a:ext>
            </a:extLst>
          </p:cNvPr>
          <p:cNvSpPr>
            <a:spLocks noGrp="1"/>
          </p:cNvSpPr>
          <p:nvPr>
            <p:ph type="body" sz="quarter" idx="20" hasCustomPrompt="1"/>
          </p:nvPr>
        </p:nvSpPr>
        <p:spPr>
          <a:xfrm>
            <a:off x="503999" y="4716903"/>
            <a:ext cx="8686800" cy="304699"/>
          </a:xfrm>
        </p:spPr>
        <p:txBody>
          <a:bodyPr>
            <a:noAutofit/>
          </a:bodyPr>
          <a:lstStyle>
            <a:lvl1pPr marL="36576" indent="0">
              <a:spcAft>
                <a:spcPts val="1000"/>
              </a:spcAft>
              <a:buNone/>
              <a:defRPr sz="1200" b="0">
                <a:solidFill>
                  <a:schemeClr val="bg1"/>
                </a:solidFill>
                <a:latin typeface="Calibri" panose="020F0502020204030204" pitchFamily="34" charset="0"/>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a:t>Day Month Year | Version X.X</a:t>
            </a:r>
          </a:p>
        </p:txBody>
      </p:sp>
      <p:sp>
        <p:nvSpPr>
          <p:cNvPr id="2" name="Rectangle 1">
            <a:extLst>
              <a:ext uri="{FF2B5EF4-FFF2-40B4-BE49-F238E27FC236}">
                <a16:creationId xmlns:a16="http://schemas.microsoft.com/office/drawing/2014/main" id="{CEDBD52A-FA07-4333-BDF8-9E9838C990AE}"/>
              </a:ext>
            </a:extLst>
          </p:cNvPr>
          <p:cNvSpPr>
            <a:spLocks noChangeAspect="1"/>
          </p:cNvSpPr>
          <p:nvPr userDrawn="1"/>
        </p:nvSpPr>
        <p:spPr>
          <a:xfrm>
            <a:off x="547539" y="0"/>
            <a:ext cx="1764266" cy="402336"/>
          </a:xfrm>
          <a:prstGeom prst="rect">
            <a:avLst/>
          </a:prstGeom>
          <a:solidFill>
            <a:schemeClr val="accent3"/>
          </a:solidFill>
          <a:ln>
            <a:noFill/>
          </a:ln>
        </p:spPr>
        <p:txBody>
          <a:bodyPr vert="horz" wrap="none" lIns="274320" tIns="91440" rIns="274320" bIns="91440" rtlCol="0" anchor="ctr" anchorCtr="0">
            <a:spAutoFit/>
          </a:bodyPr>
          <a:lstStyle/>
          <a:p>
            <a:pPr lvl="0" indent="0" defTabSz="914400">
              <a:lnSpc>
                <a:spcPct val="140000"/>
              </a:lnSpc>
              <a:spcBef>
                <a:spcPts val="400"/>
              </a:spcBef>
              <a:spcAft>
                <a:spcPts val="600"/>
              </a:spcAft>
              <a:buClr>
                <a:srgbClr val="F70656"/>
              </a:buClr>
              <a:buSzPct val="100000"/>
              <a:buFont typeface="Arial" panose="020B0604020202020204" pitchFamily="34" charset="0"/>
              <a:buNone/>
            </a:pPr>
            <a:r>
              <a:rPr lang="en-US" sz="1100" b="0" dirty="0">
                <a:solidFill>
                  <a:schemeClr val="bg1"/>
                </a:solidFill>
                <a:latin typeface="Calibri" panose="020F0502020204030204" pitchFamily="34" charset="0"/>
                <a:cs typeface="Calibri" panose="020F0502020204030204" pitchFamily="34" charset="0"/>
              </a:rPr>
              <a:t>For Internal Use Only</a:t>
            </a:r>
          </a:p>
        </p:txBody>
      </p:sp>
    </p:spTree>
    <p:extLst>
      <p:ext uri="{BB962C8B-B14F-4D97-AF65-F5344CB8AC3E}">
        <p14:creationId xmlns:p14="http://schemas.microsoft.com/office/powerpoint/2010/main" val="861935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0C55CF-34F5-4087-9E3E-2F3C0AC7401F}"/>
              </a:ext>
            </a:extLst>
          </p:cNvPr>
          <p:cNvSpPr/>
          <p:nvPr userDrawn="1"/>
        </p:nvSpPr>
        <p:spPr>
          <a:xfrm>
            <a:off x="0" y="0"/>
            <a:ext cx="406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7"/>
          <p:cNvSpPr>
            <a:spLocks noGrp="1"/>
          </p:cNvSpPr>
          <p:nvPr>
            <p:ph type="body" sz="quarter" idx="12" hasCustomPrompt="1"/>
          </p:nvPr>
        </p:nvSpPr>
        <p:spPr>
          <a:xfrm>
            <a:off x="502920" y="2747610"/>
            <a:ext cx="3168355" cy="1175994"/>
          </a:xfrm>
        </p:spPr>
        <p:txBody>
          <a:bodyPr>
            <a:noAutofit/>
          </a:bodyPr>
          <a:lstStyle>
            <a:lvl1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1pPr>
            <a:lvl2pPr marL="0" indent="0">
              <a:lnSpc>
                <a:spcPct val="95000"/>
              </a:lnSpc>
              <a:spcBef>
                <a:spcPts val="0"/>
              </a:spcBef>
              <a:spcAft>
                <a:spcPts val="0"/>
              </a:spcAft>
              <a:buNone/>
              <a:defRPr sz="4200" b="0" i="0" cap="none" baseline="0">
                <a:solidFill>
                  <a:schemeClr val="bg1"/>
                </a:solidFill>
                <a:latin typeface="Calibri" panose="020F0502020204030204" pitchFamily="34" charset="0"/>
                <a:cs typeface="Calibri" panose="020F0502020204030204" pitchFamily="34" charset="0"/>
              </a:defRPr>
            </a:lvl2pPr>
          </a:lstStyle>
          <a:p>
            <a:pPr lvl="0"/>
            <a:r>
              <a:rPr lang="en-US"/>
              <a:t>Agenda</a:t>
            </a:r>
          </a:p>
        </p:txBody>
      </p:sp>
      <p:sp>
        <p:nvSpPr>
          <p:cNvPr id="15" name="Footer Placeholder 4">
            <a:extLst>
              <a:ext uri="{FF2B5EF4-FFF2-40B4-BE49-F238E27FC236}">
                <a16:creationId xmlns:a16="http://schemas.microsoft.com/office/drawing/2014/main" id="{24850F37-EFDF-458D-93CB-BE57E5D911C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7" name="Slide Number Placeholder 5">
            <a:extLst>
              <a:ext uri="{FF2B5EF4-FFF2-40B4-BE49-F238E27FC236}">
                <a16:creationId xmlns:a16="http://schemas.microsoft.com/office/drawing/2014/main" id="{EC497851-B8D9-46DC-B813-7DD2ACAD22B5}"/>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21" name="Text Placeholder 20">
            <a:extLst>
              <a:ext uri="{FF2B5EF4-FFF2-40B4-BE49-F238E27FC236}">
                <a16:creationId xmlns:a16="http://schemas.microsoft.com/office/drawing/2014/main" id="{3ACDE91D-4D1D-4484-BB57-6150B9718A2A}"/>
              </a:ext>
            </a:extLst>
          </p:cNvPr>
          <p:cNvSpPr>
            <a:spLocks noGrp="1"/>
          </p:cNvSpPr>
          <p:nvPr>
            <p:ph type="body" sz="quarter" idx="17" hasCustomPrompt="1"/>
          </p:nvPr>
        </p:nvSpPr>
        <p:spPr>
          <a:xfrm>
            <a:off x="533028" y="2171224"/>
            <a:ext cx="3028188" cy="269316"/>
          </a:xfrm>
        </p:spPr>
        <p:txBody>
          <a:bodyPr anchor="b"/>
          <a:lstStyle>
            <a:lvl1pPr marL="0" indent="0">
              <a:buNone/>
              <a:defRPr sz="1600" cap="all" baseline="0">
                <a:solidFill>
                  <a:schemeClr val="bg1"/>
                </a:solidFill>
                <a:latin typeface="Calibri" panose="020F0502020204030204" pitchFamily="34" charset="0"/>
                <a:cs typeface="Calibri" panose="020F0502020204030204" pitchFamily="34" charset="0"/>
              </a:defRPr>
            </a:lvl1pPr>
            <a:lvl2pPr marL="288662" indent="0">
              <a:buNone/>
              <a:defRPr>
                <a:solidFill>
                  <a:schemeClr val="tx1"/>
                </a:solidFill>
              </a:defRPr>
            </a:lvl2pPr>
            <a:lvl3pPr marL="576662" indent="0">
              <a:buNone/>
              <a:defRPr>
                <a:solidFill>
                  <a:schemeClr val="tx1"/>
                </a:solidFill>
              </a:defRPr>
            </a:lvl3pPr>
            <a:lvl4pPr marL="863600" indent="0">
              <a:buNone/>
              <a:defRPr>
                <a:solidFill>
                  <a:schemeClr val="tx1"/>
                </a:solidFill>
              </a:defRPr>
            </a:lvl4pPr>
            <a:lvl5pPr marL="1152525" indent="0">
              <a:buNone/>
              <a:defRPr>
                <a:solidFill>
                  <a:schemeClr val="tx1"/>
                </a:solidFill>
              </a:defRPr>
            </a:lvl5pPr>
          </a:lstStyle>
          <a:p>
            <a:pPr lvl="0"/>
            <a:r>
              <a:rPr lang="en-US"/>
              <a:t>Optional subtext</a:t>
            </a:r>
          </a:p>
        </p:txBody>
      </p:sp>
      <p:sp>
        <p:nvSpPr>
          <p:cNvPr id="24" name="Text Placeholder 23">
            <a:extLst>
              <a:ext uri="{FF2B5EF4-FFF2-40B4-BE49-F238E27FC236}">
                <a16:creationId xmlns:a16="http://schemas.microsoft.com/office/drawing/2014/main" id="{3F65973C-9F27-4BDC-978F-2360481FC588}"/>
              </a:ext>
            </a:extLst>
          </p:cNvPr>
          <p:cNvSpPr>
            <a:spLocks noGrp="1"/>
          </p:cNvSpPr>
          <p:nvPr>
            <p:ph type="body" sz="quarter" idx="18" hasCustomPrompt="1"/>
          </p:nvPr>
        </p:nvSpPr>
        <p:spPr>
          <a:xfrm>
            <a:off x="533029" y="4222956"/>
            <a:ext cx="3138245" cy="352417"/>
          </a:xfrm>
        </p:spPr>
        <p:txBody>
          <a:bodyPr/>
          <a:lstStyle>
            <a:lvl1pPr marL="0" indent="0">
              <a:buNone/>
              <a:defRPr sz="1800">
                <a:solidFill>
                  <a:schemeClr val="bg1"/>
                </a:solidFill>
                <a:latin typeface="Calibri" panose="020F0502020204030204" pitchFamily="34" charset="0"/>
                <a:cs typeface="Calibri" panose="020F0502020204030204" pitchFamily="34" charset="0"/>
              </a:defRPr>
            </a:lvl1pPr>
          </a:lstStyle>
          <a:p>
            <a:pPr lvl="0"/>
            <a:r>
              <a:rPr lang="en-US"/>
              <a:t>Optional Subhead</a:t>
            </a:r>
          </a:p>
        </p:txBody>
      </p:sp>
      <p:cxnSp>
        <p:nvCxnSpPr>
          <p:cNvPr id="19" name="Straight Connector 18">
            <a:extLst>
              <a:ext uri="{FF2B5EF4-FFF2-40B4-BE49-F238E27FC236}">
                <a16:creationId xmlns:a16="http://schemas.microsoft.com/office/drawing/2014/main" id="{4C6A95B9-B909-4AE1-9C03-BE27F7E1CD03}"/>
              </a:ext>
            </a:extLst>
          </p:cNvPr>
          <p:cNvCxnSpPr>
            <a:cxnSpLocks/>
          </p:cNvCxnSpPr>
          <p:nvPr userDrawn="1"/>
        </p:nvCxnSpPr>
        <p:spPr>
          <a:xfrm>
            <a:off x="547539" y="2605073"/>
            <a:ext cx="1371600" cy="0"/>
          </a:xfrm>
          <a:prstGeom prst="line">
            <a:avLst/>
          </a:prstGeom>
          <a:ln w="19050">
            <a:gradFill>
              <a:gsLst>
                <a:gs pos="0">
                  <a:schemeClr val="accent5"/>
                </a:gs>
                <a:gs pos="100000">
                  <a:schemeClr val="accent3"/>
                </a:gs>
              </a:gsLst>
              <a:lin ang="0" scaled="0"/>
            </a:gradFill>
          </a:ln>
        </p:spPr>
        <p:style>
          <a:lnRef idx="1">
            <a:schemeClr val="accent4"/>
          </a:lnRef>
          <a:fillRef idx="0">
            <a:schemeClr val="accent4"/>
          </a:fillRef>
          <a:effectRef idx="0">
            <a:schemeClr val="accent4"/>
          </a:effectRef>
          <a:fontRef idx="minor">
            <a:schemeClr val="tx1"/>
          </a:fontRef>
        </p:style>
      </p:cxnSp>
      <p:grpSp>
        <p:nvGrpSpPr>
          <p:cNvPr id="34" name="Group 51">
            <a:extLst>
              <a:ext uri="{FF2B5EF4-FFF2-40B4-BE49-F238E27FC236}">
                <a16:creationId xmlns:a16="http://schemas.microsoft.com/office/drawing/2014/main" id="{529C1710-6DE3-4C38-AC51-8384621470A0}"/>
              </a:ext>
            </a:extLst>
          </p:cNvPr>
          <p:cNvGrpSpPr>
            <a:grpSpLocks noChangeAspect="1"/>
          </p:cNvGrpSpPr>
          <p:nvPr userDrawn="1"/>
        </p:nvGrpSpPr>
        <p:grpSpPr bwMode="auto">
          <a:xfrm>
            <a:off x="10539492" y="6305176"/>
            <a:ext cx="1149588" cy="267392"/>
            <a:chOff x="3618" y="2108"/>
            <a:chExt cx="589" cy="137"/>
          </a:xfrm>
          <a:solidFill>
            <a:schemeClr val="tx2"/>
          </a:solidFill>
        </p:grpSpPr>
        <p:sp>
          <p:nvSpPr>
            <p:cNvPr id="35" name="Freeform 52">
              <a:extLst>
                <a:ext uri="{FF2B5EF4-FFF2-40B4-BE49-F238E27FC236}">
                  <a16:creationId xmlns:a16="http://schemas.microsoft.com/office/drawing/2014/main" id="{AD904508-DDE2-49D1-B376-38129FC12E26}"/>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6" name="Freeform 53">
              <a:extLst>
                <a:ext uri="{FF2B5EF4-FFF2-40B4-BE49-F238E27FC236}">
                  <a16:creationId xmlns:a16="http://schemas.microsoft.com/office/drawing/2014/main" id="{E0085B3A-2F03-491D-A5C9-2D9FEF4578AE}"/>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7" name="Freeform 54">
              <a:extLst>
                <a:ext uri="{FF2B5EF4-FFF2-40B4-BE49-F238E27FC236}">
                  <a16:creationId xmlns:a16="http://schemas.microsoft.com/office/drawing/2014/main" id="{6DEB3437-58E7-4B1F-B933-86FB8ABD2CA3}"/>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8" name="Freeform 55">
              <a:extLst>
                <a:ext uri="{FF2B5EF4-FFF2-40B4-BE49-F238E27FC236}">
                  <a16:creationId xmlns:a16="http://schemas.microsoft.com/office/drawing/2014/main" id="{70B507A7-C5DA-4E84-ABE8-847D8F41211F}"/>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9" name="Freeform 56">
              <a:extLst>
                <a:ext uri="{FF2B5EF4-FFF2-40B4-BE49-F238E27FC236}">
                  <a16:creationId xmlns:a16="http://schemas.microsoft.com/office/drawing/2014/main" id="{20D46B43-87EA-4453-B5F6-049F10F0CD66}"/>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0" name="Freeform 57">
              <a:extLst>
                <a:ext uri="{FF2B5EF4-FFF2-40B4-BE49-F238E27FC236}">
                  <a16:creationId xmlns:a16="http://schemas.microsoft.com/office/drawing/2014/main" id="{E922DAE1-5A5E-4592-BCE4-D8771432008D}"/>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1" name="Freeform 58">
              <a:extLst>
                <a:ext uri="{FF2B5EF4-FFF2-40B4-BE49-F238E27FC236}">
                  <a16:creationId xmlns:a16="http://schemas.microsoft.com/office/drawing/2014/main" id="{616EBC2C-FBCE-44B2-BF0D-8404887021F5}"/>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2" name="Freeform 59">
              <a:extLst>
                <a:ext uri="{FF2B5EF4-FFF2-40B4-BE49-F238E27FC236}">
                  <a16:creationId xmlns:a16="http://schemas.microsoft.com/office/drawing/2014/main" id="{D9D0D086-8AF3-462D-AAB7-0DB1F99B2F9B}"/>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12" name="Text Placeholder 11">
            <a:extLst>
              <a:ext uri="{FF2B5EF4-FFF2-40B4-BE49-F238E27FC236}">
                <a16:creationId xmlns:a16="http://schemas.microsoft.com/office/drawing/2014/main" id="{017B3B39-B265-4E99-A9BE-AA21AB0B7EEF}"/>
              </a:ext>
            </a:extLst>
          </p:cNvPr>
          <p:cNvSpPr>
            <a:spLocks noGrp="1"/>
          </p:cNvSpPr>
          <p:nvPr>
            <p:ph type="body" sz="quarter" idx="34" hasCustomPrompt="1"/>
          </p:nvPr>
        </p:nvSpPr>
        <p:spPr>
          <a:xfrm>
            <a:off x="4450630" y="805100"/>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4" name="Text Placeholder 11">
            <a:extLst>
              <a:ext uri="{FF2B5EF4-FFF2-40B4-BE49-F238E27FC236}">
                <a16:creationId xmlns:a16="http://schemas.microsoft.com/office/drawing/2014/main" id="{BCDD6624-79D4-43EE-8388-678318787488}"/>
              </a:ext>
            </a:extLst>
          </p:cNvPr>
          <p:cNvSpPr>
            <a:spLocks noGrp="1"/>
          </p:cNvSpPr>
          <p:nvPr>
            <p:ph type="body" sz="quarter" idx="35" hasCustomPrompt="1"/>
          </p:nvPr>
        </p:nvSpPr>
        <p:spPr>
          <a:xfrm>
            <a:off x="4450630" y="1399944"/>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5" name="Text Placeholder 11">
            <a:extLst>
              <a:ext uri="{FF2B5EF4-FFF2-40B4-BE49-F238E27FC236}">
                <a16:creationId xmlns:a16="http://schemas.microsoft.com/office/drawing/2014/main" id="{44FA0051-EB3F-46DB-8AFE-39CE0A27C81C}"/>
              </a:ext>
            </a:extLst>
          </p:cNvPr>
          <p:cNvSpPr>
            <a:spLocks noGrp="1"/>
          </p:cNvSpPr>
          <p:nvPr>
            <p:ph type="body" sz="quarter" idx="36" hasCustomPrompt="1"/>
          </p:nvPr>
        </p:nvSpPr>
        <p:spPr>
          <a:xfrm>
            <a:off x="4450630" y="1990691"/>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6" name="Text Placeholder 11">
            <a:extLst>
              <a:ext uri="{FF2B5EF4-FFF2-40B4-BE49-F238E27FC236}">
                <a16:creationId xmlns:a16="http://schemas.microsoft.com/office/drawing/2014/main" id="{F8FDC20D-A346-4F65-ADAC-F0E3D0B8F78D}"/>
              </a:ext>
            </a:extLst>
          </p:cNvPr>
          <p:cNvSpPr>
            <a:spLocks noGrp="1"/>
          </p:cNvSpPr>
          <p:nvPr>
            <p:ph type="body" sz="quarter" idx="37" hasCustomPrompt="1"/>
          </p:nvPr>
        </p:nvSpPr>
        <p:spPr>
          <a:xfrm>
            <a:off x="4450630" y="2581438"/>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7" name="Text Placeholder 11">
            <a:extLst>
              <a:ext uri="{FF2B5EF4-FFF2-40B4-BE49-F238E27FC236}">
                <a16:creationId xmlns:a16="http://schemas.microsoft.com/office/drawing/2014/main" id="{6BDA99B2-4303-4C80-9FDF-D71347CB6D1C}"/>
              </a:ext>
            </a:extLst>
          </p:cNvPr>
          <p:cNvSpPr>
            <a:spLocks noGrp="1"/>
          </p:cNvSpPr>
          <p:nvPr>
            <p:ph type="body" sz="quarter" idx="38" hasCustomPrompt="1"/>
          </p:nvPr>
        </p:nvSpPr>
        <p:spPr>
          <a:xfrm>
            <a:off x="4450630" y="3172185"/>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8" name="Text Placeholder 11">
            <a:extLst>
              <a:ext uri="{FF2B5EF4-FFF2-40B4-BE49-F238E27FC236}">
                <a16:creationId xmlns:a16="http://schemas.microsoft.com/office/drawing/2014/main" id="{52B94B40-F7E9-4670-B7FF-9C05849669C1}"/>
              </a:ext>
            </a:extLst>
          </p:cNvPr>
          <p:cNvSpPr>
            <a:spLocks noGrp="1"/>
          </p:cNvSpPr>
          <p:nvPr>
            <p:ph type="body" sz="quarter" idx="39" hasCustomPrompt="1"/>
          </p:nvPr>
        </p:nvSpPr>
        <p:spPr>
          <a:xfrm>
            <a:off x="4450630" y="3762932"/>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9" name="Text Placeholder 11">
            <a:extLst>
              <a:ext uri="{FF2B5EF4-FFF2-40B4-BE49-F238E27FC236}">
                <a16:creationId xmlns:a16="http://schemas.microsoft.com/office/drawing/2014/main" id="{BBC37ABC-FC4E-49DD-8633-C71FA2DC508B}"/>
              </a:ext>
            </a:extLst>
          </p:cNvPr>
          <p:cNvSpPr>
            <a:spLocks noGrp="1"/>
          </p:cNvSpPr>
          <p:nvPr>
            <p:ph type="body" sz="quarter" idx="40" hasCustomPrompt="1"/>
          </p:nvPr>
        </p:nvSpPr>
        <p:spPr>
          <a:xfrm>
            <a:off x="4450630" y="4353679"/>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50" name="Text Placeholder 11">
            <a:extLst>
              <a:ext uri="{FF2B5EF4-FFF2-40B4-BE49-F238E27FC236}">
                <a16:creationId xmlns:a16="http://schemas.microsoft.com/office/drawing/2014/main" id="{24C61A50-D5DD-453A-B820-F6B0A37BC98A}"/>
              </a:ext>
            </a:extLst>
          </p:cNvPr>
          <p:cNvSpPr>
            <a:spLocks noGrp="1"/>
          </p:cNvSpPr>
          <p:nvPr>
            <p:ph type="body" sz="quarter" idx="41" hasCustomPrompt="1"/>
          </p:nvPr>
        </p:nvSpPr>
        <p:spPr>
          <a:xfrm>
            <a:off x="4450630" y="4944428"/>
            <a:ext cx="6753309"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3" name="Footer Placeholder 4">
            <a:extLst>
              <a:ext uri="{FF2B5EF4-FFF2-40B4-BE49-F238E27FC236}">
                <a16:creationId xmlns:a16="http://schemas.microsoft.com/office/drawing/2014/main" id="{0019961D-6949-4BCA-B46F-25F926FF49C4}"/>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24514325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0C55CF-34F5-4087-9E3E-2F3C0AC7401F}"/>
              </a:ext>
            </a:extLst>
          </p:cNvPr>
          <p:cNvSpPr/>
          <p:nvPr userDrawn="1"/>
        </p:nvSpPr>
        <p:spPr>
          <a:xfrm>
            <a:off x="0" y="0"/>
            <a:ext cx="406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7"/>
          <p:cNvSpPr>
            <a:spLocks noGrp="1"/>
          </p:cNvSpPr>
          <p:nvPr>
            <p:ph type="body" sz="quarter" idx="12" hasCustomPrompt="1"/>
          </p:nvPr>
        </p:nvSpPr>
        <p:spPr>
          <a:xfrm>
            <a:off x="502920" y="2747610"/>
            <a:ext cx="3168355" cy="1175994"/>
          </a:xfrm>
        </p:spPr>
        <p:txBody>
          <a:bodyPr>
            <a:noAutofit/>
          </a:bodyPr>
          <a:lstStyle>
            <a:lvl1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1pPr>
            <a:lvl2pPr marL="0" indent="0">
              <a:lnSpc>
                <a:spcPct val="95000"/>
              </a:lnSpc>
              <a:spcBef>
                <a:spcPts val="0"/>
              </a:spcBef>
              <a:spcAft>
                <a:spcPts val="0"/>
              </a:spcAft>
              <a:buNone/>
              <a:defRPr sz="4200" b="0" i="0" cap="none" baseline="0">
                <a:solidFill>
                  <a:schemeClr val="bg1"/>
                </a:solidFill>
                <a:latin typeface="Calibri" panose="020F0502020204030204" pitchFamily="34" charset="0"/>
                <a:cs typeface="Calibri" panose="020F0502020204030204" pitchFamily="34" charset="0"/>
              </a:defRPr>
            </a:lvl2pPr>
          </a:lstStyle>
          <a:p>
            <a:pPr lvl="0"/>
            <a:r>
              <a:rPr lang="en-US"/>
              <a:t>Agenda</a:t>
            </a:r>
          </a:p>
        </p:txBody>
      </p:sp>
      <p:sp>
        <p:nvSpPr>
          <p:cNvPr id="15" name="Footer Placeholder 4">
            <a:extLst>
              <a:ext uri="{FF2B5EF4-FFF2-40B4-BE49-F238E27FC236}">
                <a16:creationId xmlns:a16="http://schemas.microsoft.com/office/drawing/2014/main" id="{24850F37-EFDF-458D-93CB-BE57E5D911C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7" name="Slide Number Placeholder 5">
            <a:extLst>
              <a:ext uri="{FF2B5EF4-FFF2-40B4-BE49-F238E27FC236}">
                <a16:creationId xmlns:a16="http://schemas.microsoft.com/office/drawing/2014/main" id="{EC497851-B8D9-46DC-B813-7DD2ACAD22B5}"/>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21" name="Text Placeholder 20">
            <a:extLst>
              <a:ext uri="{FF2B5EF4-FFF2-40B4-BE49-F238E27FC236}">
                <a16:creationId xmlns:a16="http://schemas.microsoft.com/office/drawing/2014/main" id="{3ACDE91D-4D1D-4484-BB57-6150B9718A2A}"/>
              </a:ext>
            </a:extLst>
          </p:cNvPr>
          <p:cNvSpPr>
            <a:spLocks noGrp="1"/>
          </p:cNvSpPr>
          <p:nvPr>
            <p:ph type="body" sz="quarter" idx="17" hasCustomPrompt="1"/>
          </p:nvPr>
        </p:nvSpPr>
        <p:spPr>
          <a:xfrm>
            <a:off x="533028" y="2171224"/>
            <a:ext cx="3028188" cy="269316"/>
          </a:xfrm>
        </p:spPr>
        <p:txBody>
          <a:bodyPr anchor="b"/>
          <a:lstStyle>
            <a:lvl1pPr marL="0" indent="0">
              <a:buNone/>
              <a:defRPr sz="1600" cap="all" baseline="0">
                <a:solidFill>
                  <a:schemeClr val="bg1"/>
                </a:solidFill>
                <a:latin typeface="Calibri" panose="020F0502020204030204" pitchFamily="34" charset="0"/>
                <a:cs typeface="Calibri" panose="020F0502020204030204" pitchFamily="34" charset="0"/>
              </a:defRPr>
            </a:lvl1pPr>
            <a:lvl2pPr marL="288662" indent="0">
              <a:buNone/>
              <a:defRPr>
                <a:solidFill>
                  <a:schemeClr val="tx1"/>
                </a:solidFill>
              </a:defRPr>
            </a:lvl2pPr>
            <a:lvl3pPr marL="576662" indent="0">
              <a:buNone/>
              <a:defRPr>
                <a:solidFill>
                  <a:schemeClr val="tx1"/>
                </a:solidFill>
              </a:defRPr>
            </a:lvl3pPr>
            <a:lvl4pPr marL="863600" indent="0">
              <a:buNone/>
              <a:defRPr>
                <a:solidFill>
                  <a:schemeClr val="tx1"/>
                </a:solidFill>
              </a:defRPr>
            </a:lvl4pPr>
            <a:lvl5pPr marL="1152525" indent="0">
              <a:buNone/>
              <a:defRPr>
                <a:solidFill>
                  <a:schemeClr val="tx1"/>
                </a:solidFill>
              </a:defRPr>
            </a:lvl5pPr>
          </a:lstStyle>
          <a:p>
            <a:pPr lvl="0"/>
            <a:r>
              <a:rPr lang="en-US"/>
              <a:t>Optional subtext</a:t>
            </a:r>
          </a:p>
        </p:txBody>
      </p:sp>
      <p:sp>
        <p:nvSpPr>
          <p:cNvPr id="24" name="Text Placeholder 23">
            <a:extLst>
              <a:ext uri="{FF2B5EF4-FFF2-40B4-BE49-F238E27FC236}">
                <a16:creationId xmlns:a16="http://schemas.microsoft.com/office/drawing/2014/main" id="{3F65973C-9F27-4BDC-978F-2360481FC588}"/>
              </a:ext>
            </a:extLst>
          </p:cNvPr>
          <p:cNvSpPr>
            <a:spLocks noGrp="1"/>
          </p:cNvSpPr>
          <p:nvPr>
            <p:ph type="body" sz="quarter" idx="18" hasCustomPrompt="1"/>
          </p:nvPr>
        </p:nvSpPr>
        <p:spPr>
          <a:xfrm>
            <a:off x="533029" y="4222956"/>
            <a:ext cx="3138245" cy="352417"/>
          </a:xfrm>
        </p:spPr>
        <p:txBody>
          <a:bodyPr/>
          <a:lstStyle>
            <a:lvl1pPr marL="0" indent="0">
              <a:buNone/>
              <a:defRPr sz="1800">
                <a:solidFill>
                  <a:schemeClr val="bg1"/>
                </a:solidFill>
                <a:latin typeface="Calibri" panose="020F0502020204030204" pitchFamily="34" charset="0"/>
                <a:cs typeface="Calibri" panose="020F0502020204030204" pitchFamily="34" charset="0"/>
              </a:defRPr>
            </a:lvl1pPr>
          </a:lstStyle>
          <a:p>
            <a:pPr lvl="0"/>
            <a:r>
              <a:rPr lang="en-US"/>
              <a:t>Optional Subhead</a:t>
            </a:r>
          </a:p>
        </p:txBody>
      </p:sp>
      <p:cxnSp>
        <p:nvCxnSpPr>
          <p:cNvPr id="19" name="Straight Connector 18">
            <a:extLst>
              <a:ext uri="{FF2B5EF4-FFF2-40B4-BE49-F238E27FC236}">
                <a16:creationId xmlns:a16="http://schemas.microsoft.com/office/drawing/2014/main" id="{4C6A95B9-B909-4AE1-9C03-BE27F7E1CD03}"/>
              </a:ext>
            </a:extLst>
          </p:cNvPr>
          <p:cNvCxnSpPr>
            <a:cxnSpLocks/>
          </p:cNvCxnSpPr>
          <p:nvPr userDrawn="1"/>
        </p:nvCxnSpPr>
        <p:spPr>
          <a:xfrm>
            <a:off x="547539" y="2605073"/>
            <a:ext cx="1371600" cy="0"/>
          </a:xfrm>
          <a:prstGeom prst="line">
            <a:avLst/>
          </a:prstGeom>
          <a:ln w="19050">
            <a:gradFill>
              <a:gsLst>
                <a:gs pos="0">
                  <a:schemeClr val="accent5"/>
                </a:gs>
                <a:gs pos="100000">
                  <a:schemeClr val="accent3"/>
                </a:gs>
              </a:gsLst>
              <a:lin ang="0" scaled="0"/>
            </a:gradFill>
          </a:ln>
        </p:spPr>
        <p:style>
          <a:lnRef idx="1">
            <a:schemeClr val="accent4"/>
          </a:lnRef>
          <a:fillRef idx="0">
            <a:schemeClr val="accent4"/>
          </a:fillRef>
          <a:effectRef idx="0">
            <a:schemeClr val="accent4"/>
          </a:effectRef>
          <a:fontRef idx="minor">
            <a:schemeClr val="tx1"/>
          </a:fontRef>
        </p:style>
      </p:cxnSp>
      <p:sp>
        <p:nvSpPr>
          <p:cNvPr id="7" name="Text Placeholder 6">
            <a:extLst>
              <a:ext uri="{FF2B5EF4-FFF2-40B4-BE49-F238E27FC236}">
                <a16:creationId xmlns:a16="http://schemas.microsoft.com/office/drawing/2014/main" id="{E6C1AAC5-137C-4595-ADE2-5CA964F5E7E2}"/>
              </a:ext>
            </a:extLst>
          </p:cNvPr>
          <p:cNvSpPr>
            <a:spLocks noGrp="1" noChangeAspect="1"/>
          </p:cNvSpPr>
          <p:nvPr>
            <p:ph type="body" sz="quarter" idx="19" hasCustomPrompt="1"/>
          </p:nvPr>
        </p:nvSpPr>
        <p:spPr>
          <a:xfrm>
            <a:off x="4450630" y="831104"/>
            <a:ext cx="457200" cy="457200"/>
          </a:xfrm>
          <a:prstGeom prst="ellipse">
            <a:avLst/>
          </a:prstGeom>
          <a:noFill/>
          <a:ln w="19050">
            <a:solidFill>
              <a:schemeClr val="accent3"/>
            </a:solidFill>
          </a:ln>
        </p:spPr>
        <p:txBody>
          <a:bodyPr lIns="0" rIns="0" anchor="ctr"/>
          <a:lstStyle>
            <a:lvl1pPr marL="0" indent="0" algn="ctr">
              <a:buNone/>
              <a:defRPr sz="1600">
                <a:solidFill>
                  <a:schemeClr val="tx2"/>
                </a:solidFill>
              </a:defRPr>
            </a:lvl1pPr>
            <a:lvl2pPr marL="288662" indent="0">
              <a:buNone/>
              <a:defRPr>
                <a:solidFill>
                  <a:schemeClr val="accent1"/>
                </a:solidFill>
              </a:defRPr>
            </a:lvl2pPr>
            <a:lvl3pPr marL="576662" indent="0">
              <a:buNone/>
              <a:defRPr>
                <a:solidFill>
                  <a:schemeClr val="accent1"/>
                </a:solidFill>
              </a:defRPr>
            </a:lvl3pPr>
            <a:lvl4pPr marL="863600" indent="0">
              <a:buNone/>
              <a:defRPr>
                <a:solidFill>
                  <a:schemeClr val="accent1"/>
                </a:solidFill>
              </a:defRPr>
            </a:lvl4pPr>
            <a:lvl5pPr marL="1152525" indent="0">
              <a:buNone/>
              <a:defRPr>
                <a:solidFill>
                  <a:schemeClr val="accent1"/>
                </a:solidFill>
              </a:defRPr>
            </a:lvl5pPr>
          </a:lstStyle>
          <a:p>
            <a:pPr lvl="0"/>
            <a:r>
              <a:rPr lang="en-US"/>
              <a:t>01</a:t>
            </a:r>
          </a:p>
        </p:txBody>
      </p:sp>
      <p:sp>
        <p:nvSpPr>
          <p:cNvPr id="53" name="Text Placeholder 6">
            <a:extLst>
              <a:ext uri="{FF2B5EF4-FFF2-40B4-BE49-F238E27FC236}">
                <a16:creationId xmlns:a16="http://schemas.microsoft.com/office/drawing/2014/main" id="{AB82C61A-3F48-452E-8DF7-7E5EED7184D3}"/>
              </a:ext>
            </a:extLst>
          </p:cNvPr>
          <p:cNvSpPr>
            <a:spLocks noGrp="1" noChangeAspect="1"/>
          </p:cNvSpPr>
          <p:nvPr>
            <p:ph type="body" sz="quarter" idx="21" hasCustomPrompt="1"/>
          </p:nvPr>
        </p:nvSpPr>
        <p:spPr>
          <a:xfrm>
            <a:off x="4450630" y="1421851"/>
            <a:ext cx="457200" cy="457200"/>
          </a:xfrm>
          <a:prstGeom prst="ellipse">
            <a:avLst/>
          </a:prstGeom>
          <a:noFill/>
          <a:ln w="19050">
            <a:solidFill>
              <a:schemeClr val="accent3"/>
            </a:solidFill>
          </a:ln>
        </p:spPr>
        <p:txBody>
          <a:bodyPr lIns="0" rIns="0" anchor="ctr"/>
          <a:lstStyle>
            <a:lvl1pPr marL="0" indent="0" algn="ctr">
              <a:buNone/>
              <a:defRPr sz="1600">
                <a:solidFill>
                  <a:schemeClr val="tx2"/>
                </a:solidFill>
              </a:defRPr>
            </a:lvl1pPr>
            <a:lvl2pPr marL="288662" indent="0">
              <a:buNone/>
              <a:defRPr>
                <a:solidFill>
                  <a:schemeClr val="accent1"/>
                </a:solidFill>
              </a:defRPr>
            </a:lvl2pPr>
            <a:lvl3pPr marL="576662" indent="0">
              <a:buNone/>
              <a:defRPr>
                <a:solidFill>
                  <a:schemeClr val="accent1"/>
                </a:solidFill>
              </a:defRPr>
            </a:lvl3pPr>
            <a:lvl4pPr marL="863600" indent="0">
              <a:buNone/>
              <a:defRPr>
                <a:solidFill>
                  <a:schemeClr val="accent1"/>
                </a:solidFill>
              </a:defRPr>
            </a:lvl4pPr>
            <a:lvl5pPr marL="1152525" indent="0">
              <a:buNone/>
              <a:defRPr>
                <a:solidFill>
                  <a:schemeClr val="accent1"/>
                </a:solidFill>
              </a:defRPr>
            </a:lvl5pPr>
          </a:lstStyle>
          <a:p>
            <a:pPr lvl="0"/>
            <a:r>
              <a:rPr lang="en-US"/>
              <a:t>02</a:t>
            </a:r>
          </a:p>
        </p:txBody>
      </p:sp>
      <p:sp>
        <p:nvSpPr>
          <p:cNvPr id="55" name="Text Placeholder 6">
            <a:extLst>
              <a:ext uri="{FF2B5EF4-FFF2-40B4-BE49-F238E27FC236}">
                <a16:creationId xmlns:a16="http://schemas.microsoft.com/office/drawing/2014/main" id="{58226B67-4CBB-4B62-9907-7A996CB0807B}"/>
              </a:ext>
            </a:extLst>
          </p:cNvPr>
          <p:cNvSpPr>
            <a:spLocks noGrp="1" noChangeAspect="1"/>
          </p:cNvSpPr>
          <p:nvPr>
            <p:ph type="body" sz="quarter" idx="23" hasCustomPrompt="1"/>
          </p:nvPr>
        </p:nvSpPr>
        <p:spPr>
          <a:xfrm>
            <a:off x="4450630" y="2012598"/>
            <a:ext cx="457200" cy="457200"/>
          </a:xfrm>
          <a:prstGeom prst="ellipse">
            <a:avLst/>
          </a:prstGeom>
          <a:noFill/>
          <a:ln w="19050">
            <a:solidFill>
              <a:schemeClr val="accent3"/>
            </a:solidFill>
          </a:ln>
        </p:spPr>
        <p:txBody>
          <a:bodyPr lIns="0" rIns="0" anchor="ctr"/>
          <a:lstStyle>
            <a:lvl1pPr marL="0" indent="0" algn="ctr">
              <a:buNone/>
              <a:defRPr sz="1600">
                <a:solidFill>
                  <a:schemeClr val="tx2"/>
                </a:solidFill>
              </a:defRPr>
            </a:lvl1pPr>
            <a:lvl2pPr marL="288662" indent="0">
              <a:buNone/>
              <a:defRPr>
                <a:solidFill>
                  <a:schemeClr val="accent1"/>
                </a:solidFill>
              </a:defRPr>
            </a:lvl2pPr>
            <a:lvl3pPr marL="576662" indent="0">
              <a:buNone/>
              <a:defRPr>
                <a:solidFill>
                  <a:schemeClr val="accent1"/>
                </a:solidFill>
              </a:defRPr>
            </a:lvl3pPr>
            <a:lvl4pPr marL="863600" indent="0">
              <a:buNone/>
              <a:defRPr>
                <a:solidFill>
                  <a:schemeClr val="accent1"/>
                </a:solidFill>
              </a:defRPr>
            </a:lvl4pPr>
            <a:lvl5pPr marL="1152525" indent="0">
              <a:buNone/>
              <a:defRPr>
                <a:solidFill>
                  <a:schemeClr val="accent1"/>
                </a:solidFill>
              </a:defRPr>
            </a:lvl5pPr>
          </a:lstStyle>
          <a:p>
            <a:pPr lvl="0"/>
            <a:r>
              <a:rPr lang="en-US"/>
              <a:t>03</a:t>
            </a:r>
          </a:p>
        </p:txBody>
      </p:sp>
      <p:sp>
        <p:nvSpPr>
          <p:cNvPr id="57" name="Text Placeholder 6">
            <a:extLst>
              <a:ext uri="{FF2B5EF4-FFF2-40B4-BE49-F238E27FC236}">
                <a16:creationId xmlns:a16="http://schemas.microsoft.com/office/drawing/2014/main" id="{7A2E41E9-ECF1-470C-877F-C64716B700A1}"/>
              </a:ext>
            </a:extLst>
          </p:cNvPr>
          <p:cNvSpPr>
            <a:spLocks noGrp="1" noChangeAspect="1"/>
          </p:cNvSpPr>
          <p:nvPr>
            <p:ph type="body" sz="quarter" idx="25" hasCustomPrompt="1"/>
          </p:nvPr>
        </p:nvSpPr>
        <p:spPr>
          <a:xfrm>
            <a:off x="4450630" y="2603345"/>
            <a:ext cx="457200" cy="457200"/>
          </a:xfrm>
          <a:prstGeom prst="ellipse">
            <a:avLst/>
          </a:prstGeom>
          <a:noFill/>
          <a:ln w="19050">
            <a:solidFill>
              <a:schemeClr val="accent3"/>
            </a:solidFill>
          </a:ln>
        </p:spPr>
        <p:txBody>
          <a:bodyPr lIns="0" rIns="0" anchor="ctr"/>
          <a:lstStyle>
            <a:lvl1pPr marL="0" indent="0" algn="ctr">
              <a:buNone/>
              <a:defRPr sz="1600">
                <a:solidFill>
                  <a:schemeClr val="tx2"/>
                </a:solidFill>
              </a:defRPr>
            </a:lvl1pPr>
            <a:lvl2pPr marL="288662" indent="0">
              <a:buNone/>
              <a:defRPr>
                <a:solidFill>
                  <a:schemeClr val="accent1"/>
                </a:solidFill>
              </a:defRPr>
            </a:lvl2pPr>
            <a:lvl3pPr marL="576662" indent="0">
              <a:buNone/>
              <a:defRPr>
                <a:solidFill>
                  <a:schemeClr val="accent1"/>
                </a:solidFill>
              </a:defRPr>
            </a:lvl3pPr>
            <a:lvl4pPr marL="863600" indent="0">
              <a:buNone/>
              <a:defRPr>
                <a:solidFill>
                  <a:schemeClr val="accent1"/>
                </a:solidFill>
              </a:defRPr>
            </a:lvl4pPr>
            <a:lvl5pPr marL="1152525" indent="0">
              <a:buNone/>
              <a:defRPr>
                <a:solidFill>
                  <a:schemeClr val="accent1"/>
                </a:solidFill>
              </a:defRPr>
            </a:lvl5pPr>
          </a:lstStyle>
          <a:p>
            <a:pPr lvl="0"/>
            <a:r>
              <a:rPr lang="en-US"/>
              <a:t>04</a:t>
            </a:r>
          </a:p>
        </p:txBody>
      </p:sp>
      <p:sp>
        <p:nvSpPr>
          <p:cNvPr id="59" name="Text Placeholder 6">
            <a:extLst>
              <a:ext uri="{FF2B5EF4-FFF2-40B4-BE49-F238E27FC236}">
                <a16:creationId xmlns:a16="http://schemas.microsoft.com/office/drawing/2014/main" id="{AED444F4-06B4-49B3-B91E-685E2F468B6D}"/>
              </a:ext>
            </a:extLst>
          </p:cNvPr>
          <p:cNvSpPr>
            <a:spLocks noGrp="1" noChangeAspect="1"/>
          </p:cNvSpPr>
          <p:nvPr>
            <p:ph type="body" sz="quarter" idx="27" hasCustomPrompt="1"/>
          </p:nvPr>
        </p:nvSpPr>
        <p:spPr>
          <a:xfrm>
            <a:off x="4450630" y="3194092"/>
            <a:ext cx="457200" cy="457200"/>
          </a:xfrm>
          <a:prstGeom prst="ellipse">
            <a:avLst/>
          </a:prstGeom>
          <a:noFill/>
          <a:ln w="19050">
            <a:solidFill>
              <a:schemeClr val="accent3"/>
            </a:solidFill>
          </a:ln>
        </p:spPr>
        <p:txBody>
          <a:bodyPr lIns="0" rIns="0" anchor="ctr"/>
          <a:lstStyle>
            <a:lvl1pPr marL="0" indent="0" algn="ctr">
              <a:buNone/>
              <a:defRPr sz="1600">
                <a:solidFill>
                  <a:schemeClr val="tx2"/>
                </a:solidFill>
              </a:defRPr>
            </a:lvl1pPr>
            <a:lvl2pPr marL="288662" indent="0">
              <a:buNone/>
              <a:defRPr>
                <a:solidFill>
                  <a:schemeClr val="accent1"/>
                </a:solidFill>
              </a:defRPr>
            </a:lvl2pPr>
            <a:lvl3pPr marL="576662" indent="0">
              <a:buNone/>
              <a:defRPr>
                <a:solidFill>
                  <a:schemeClr val="accent1"/>
                </a:solidFill>
              </a:defRPr>
            </a:lvl3pPr>
            <a:lvl4pPr marL="863600" indent="0">
              <a:buNone/>
              <a:defRPr>
                <a:solidFill>
                  <a:schemeClr val="accent1"/>
                </a:solidFill>
              </a:defRPr>
            </a:lvl4pPr>
            <a:lvl5pPr marL="1152525" indent="0">
              <a:buNone/>
              <a:defRPr>
                <a:solidFill>
                  <a:schemeClr val="accent1"/>
                </a:solidFill>
              </a:defRPr>
            </a:lvl5pPr>
          </a:lstStyle>
          <a:p>
            <a:pPr lvl="0"/>
            <a:r>
              <a:rPr lang="en-US"/>
              <a:t>05</a:t>
            </a:r>
          </a:p>
        </p:txBody>
      </p:sp>
      <p:sp>
        <p:nvSpPr>
          <p:cNvPr id="61" name="Text Placeholder 6">
            <a:extLst>
              <a:ext uri="{FF2B5EF4-FFF2-40B4-BE49-F238E27FC236}">
                <a16:creationId xmlns:a16="http://schemas.microsoft.com/office/drawing/2014/main" id="{C24D25B4-7D89-4132-A248-CDE7BBAC14F0}"/>
              </a:ext>
            </a:extLst>
          </p:cNvPr>
          <p:cNvSpPr>
            <a:spLocks noGrp="1" noChangeAspect="1"/>
          </p:cNvSpPr>
          <p:nvPr>
            <p:ph type="body" sz="quarter" idx="29" hasCustomPrompt="1"/>
          </p:nvPr>
        </p:nvSpPr>
        <p:spPr>
          <a:xfrm>
            <a:off x="4450630" y="3784839"/>
            <a:ext cx="457200" cy="457200"/>
          </a:xfrm>
          <a:prstGeom prst="ellipse">
            <a:avLst/>
          </a:prstGeom>
          <a:noFill/>
          <a:ln w="19050">
            <a:solidFill>
              <a:schemeClr val="accent3"/>
            </a:solidFill>
          </a:ln>
        </p:spPr>
        <p:txBody>
          <a:bodyPr lIns="0" rIns="0" anchor="ctr"/>
          <a:lstStyle>
            <a:lvl1pPr marL="0" indent="0" algn="ctr">
              <a:buNone/>
              <a:defRPr sz="1600">
                <a:solidFill>
                  <a:schemeClr val="tx2"/>
                </a:solidFill>
              </a:defRPr>
            </a:lvl1pPr>
            <a:lvl2pPr marL="288662" indent="0">
              <a:buNone/>
              <a:defRPr>
                <a:solidFill>
                  <a:schemeClr val="accent1"/>
                </a:solidFill>
              </a:defRPr>
            </a:lvl2pPr>
            <a:lvl3pPr marL="576662" indent="0">
              <a:buNone/>
              <a:defRPr>
                <a:solidFill>
                  <a:schemeClr val="accent1"/>
                </a:solidFill>
              </a:defRPr>
            </a:lvl3pPr>
            <a:lvl4pPr marL="863600" indent="0">
              <a:buNone/>
              <a:defRPr>
                <a:solidFill>
                  <a:schemeClr val="accent1"/>
                </a:solidFill>
              </a:defRPr>
            </a:lvl4pPr>
            <a:lvl5pPr marL="1152525" indent="0">
              <a:buNone/>
              <a:defRPr>
                <a:solidFill>
                  <a:schemeClr val="accent1"/>
                </a:solidFill>
              </a:defRPr>
            </a:lvl5pPr>
          </a:lstStyle>
          <a:p>
            <a:pPr lvl="0"/>
            <a:r>
              <a:rPr lang="en-US"/>
              <a:t>06</a:t>
            </a:r>
          </a:p>
        </p:txBody>
      </p:sp>
      <p:sp>
        <p:nvSpPr>
          <p:cNvPr id="113" name="Text Placeholder 6">
            <a:extLst>
              <a:ext uri="{FF2B5EF4-FFF2-40B4-BE49-F238E27FC236}">
                <a16:creationId xmlns:a16="http://schemas.microsoft.com/office/drawing/2014/main" id="{A93D0B0A-7C63-4FC0-AB2A-6E3B69CCED8F}"/>
              </a:ext>
            </a:extLst>
          </p:cNvPr>
          <p:cNvSpPr>
            <a:spLocks noGrp="1" noChangeAspect="1"/>
          </p:cNvSpPr>
          <p:nvPr>
            <p:ph type="body" sz="quarter" idx="31" hasCustomPrompt="1"/>
          </p:nvPr>
        </p:nvSpPr>
        <p:spPr>
          <a:xfrm>
            <a:off x="4450630" y="4375586"/>
            <a:ext cx="457200" cy="457200"/>
          </a:xfrm>
          <a:prstGeom prst="ellipse">
            <a:avLst/>
          </a:prstGeom>
          <a:noFill/>
          <a:ln w="19050">
            <a:solidFill>
              <a:schemeClr val="accent3"/>
            </a:solidFill>
          </a:ln>
        </p:spPr>
        <p:txBody>
          <a:bodyPr lIns="0" rIns="0" anchor="ctr"/>
          <a:lstStyle>
            <a:lvl1pPr marL="0" indent="0" algn="ctr">
              <a:buNone/>
              <a:defRPr sz="1600">
                <a:solidFill>
                  <a:schemeClr val="tx2"/>
                </a:solidFill>
              </a:defRPr>
            </a:lvl1pPr>
            <a:lvl2pPr marL="288662" indent="0">
              <a:buNone/>
              <a:defRPr>
                <a:solidFill>
                  <a:schemeClr val="accent1"/>
                </a:solidFill>
              </a:defRPr>
            </a:lvl2pPr>
            <a:lvl3pPr marL="576662" indent="0">
              <a:buNone/>
              <a:defRPr>
                <a:solidFill>
                  <a:schemeClr val="accent1"/>
                </a:solidFill>
              </a:defRPr>
            </a:lvl3pPr>
            <a:lvl4pPr marL="863600" indent="0">
              <a:buNone/>
              <a:defRPr>
                <a:solidFill>
                  <a:schemeClr val="accent1"/>
                </a:solidFill>
              </a:defRPr>
            </a:lvl4pPr>
            <a:lvl5pPr marL="1152525" indent="0">
              <a:buNone/>
              <a:defRPr>
                <a:solidFill>
                  <a:schemeClr val="accent1"/>
                </a:solidFill>
              </a:defRPr>
            </a:lvl5pPr>
          </a:lstStyle>
          <a:p>
            <a:pPr lvl="0"/>
            <a:r>
              <a:rPr lang="en-US"/>
              <a:t>07</a:t>
            </a:r>
          </a:p>
        </p:txBody>
      </p:sp>
      <p:sp>
        <p:nvSpPr>
          <p:cNvPr id="115" name="Text Placeholder 6">
            <a:extLst>
              <a:ext uri="{FF2B5EF4-FFF2-40B4-BE49-F238E27FC236}">
                <a16:creationId xmlns:a16="http://schemas.microsoft.com/office/drawing/2014/main" id="{C3CAA7BA-6EA7-4D99-8D84-409F45D38CAB}"/>
              </a:ext>
            </a:extLst>
          </p:cNvPr>
          <p:cNvSpPr>
            <a:spLocks noGrp="1" noChangeAspect="1"/>
          </p:cNvSpPr>
          <p:nvPr>
            <p:ph type="body" sz="quarter" idx="33" hasCustomPrompt="1"/>
          </p:nvPr>
        </p:nvSpPr>
        <p:spPr>
          <a:xfrm>
            <a:off x="4450630" y="4966335"/>
            <a:ext cx="457200" cy="457200"/>
          </a:xfrm>
          <a:prstGeom prst="ellipse">
            <a:avLst/>
          </a:prstGeom>
          <a:noFill/>
          <a:ln w="19050">
            <a:solidFill>
              <a:schemeClr val="accent3"/>
            </a:solidFill>
          </a:ln>
        </p:spPr>
        <p:txBody>
          <a:bodyPr lIns="0" rIns="0" anchor="ctr"/>
          <a:lstStyle>
            <a:lvl1pPr marL="0" indent="0" algn="ctr">
              <a:buNone/>
              <a:defRPr sz="1600">
                <a:solidFill>
                  <a:schemeClr val="tx2"/>
                </a:solidFill>
              </a:defRPr>
            </a:lvl1pPr>
            <a:lvl2pPr marL="288662" indent="0">
              <a:buNone/>
              <a:defRPr>
                <a:solidFill>
                  <a:schemeClr val="accent1"/>
                </a:solidFill>
              </a:defRPr>
            </a:lvl2pPr>
            <a:lvl3pPr marL="576662" indent="0">
              <a:buNone/>
              <a:defRPr>
                <a:solidFill>
                  <a:schemeClr val="accent1"/>
                </a:solidFill>
              </a:defRPr>
            </a:lvl3pPr>
            <a:lvl4pPr marL="863600" indent="0">
              <a:buNone/>
              <a:defRPr>
                <a:solidFill>
                  <a:schemeClr val="accent1"/>
                </a:solidFill>
              </a:defRPr>
            </a:lvl4pPr>
            <a:lvl5pPr marL="1152525" indent="0">
              <a:buNone/>
              <a:defRPr>
                <a:solidFill>
                  <a:schemeClr val="accent1"/>
                </a:solidFill>
              </a:defRPr>
            </a:lvl5pPr>
          </a:lstStyle>
          <a:p>
            <a:pPr lvl="0"/>
            <a:r>
              <a:rPr lang="en-US"/>
              <a:t>08</a:t>
            </a:r>
          </a:p>
        </p:txBody>
      </p:sp>
      <p:grpSp>
        <p:nvGrpSpPr>
          <p:cNvPr id="34" name="Group 51">
            <a:extLst>
              <a:ext uri="{FF2B5EF4-FFF2-40B4-BE49-F238E27FC236}">
                <a16:creationId xmlns:a16="http://schemas.microsoft.com/office/drawing/2014/main" id="{529C1710-6DE3-4C38-AC51-8384621470A0}"/>
              </a:ext>
            </a:extLst>
          </p:cNvPr>
          <p:cNvGrpSpPr>
            <a:grpSpLocks noChangeAspect="1"/>
          </p:cNvGrpSpPr>
          <p:nvPr userDrawn="1"/>
        </p:nvGrpSpPr>
        <p:grpSpPr bwMode="auto">
          <a:xfrm>
            <a:off x="10539492" y="6305176"/>
            <a:ext cx="1149588" cy="267392"/>
            <a:chOff x="3618" y="2108"/>
            <a:chExt cx="589" cy="137"/>
          </a:xfrm>
          <a:solidFill>
            <a:schemeClr val="tx2"/>
          </a:solidFill>
        </p:grpSpPr>
        <p:sp>
          <p:nvSpPr>
            <p:cNvPr id="35" name="Freeform 52">
              <a:extLst>
                <a:ext uri="{FF2B5EF4-FFF2-40B4-BE49-F238E27FC236}">
                  <a16:creationId xmlns:a16="http://schemas.microsoft.com/office/drawing/2014/main" id="{AD904508-DDE2-49D1-B376-38129FC12E26}"/>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dirty="0">
                <a:latin typeface="Calibri" panose="020F0502020204030204" pitchFamily="34" charset="0"/>
                <a:cs typeface="Calibri" panose="020F0502020204030204" pitchFamily="34" charset="0"/>
              </a:endParaRPr>
            </a:p>
          </p:txBody>
        </p:sp>
        <p:sp>
          <p:nvSpPr>
            <p:cNvPr id="36" name="Freeform 53">
              <a:extLst>
                <a:ext uri="{FF2B5EF4-FFF2-40B4-BE49-F238E27FC236}">
                  <a16:creationId xmlns:a16="http://schemas.microsoft.com/office/drawing/2014/main" id="{E0085B3A-2F03-491D-A5C9-2D9FEF4578AE}"/>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dirty="0">
                <a:latin typeface="Calibri" panose="020F0502020204030204" pitchFamily="34" charset="0"/>
                <a:cs typeface="Calibri" panose="020F0502020204030204" pitchFamily="34" charset="0"/>
              </a:endParaRPr>
            </a:p>
          </p:txBody>
        </p:sp>
        <p:sp>
          <p:nvSpPr>
            <p:cNvPr id="37" name="Freeform 54">
              <a:extLst>
                <a:ext uri="{FF2B5EF4-FFF2-40B4-BE49-F238E27FC236}">
                  <a16:creationId xmlns:a16="http://schemas.microsoft.com/office/drawing/2014/main" id="{6DEB3437-58E7-4B1F-B933-86FB8ABD2CA3}"/>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dirty="0">
                <a:latin typeface="Calibri" panose="020F0502020204030204" pitchFamily="34" charset="0"/>
                <a:cs typeface="Calibri" panose="020F0502020204030204" pitchFamily="34" charset="0"/>
              </a:endParaRPr>
            </a:p>
          </p:txBody>
        </p:sp>
        <p:sp>
          <p:nvSpPr>
            <p:cNvPr id="38" name="Freeform 55">
              <a:extLst>
                <a:ext uri="{FF2B5EF4-FFF2-40B4-BE49-F238E27FC236}">
                  <a16:creationId xmlns:a16="http://schemas.microsoft.com/office/drawing/2014/main" id="{70B507A7-C5DA-4E84-ABE8-847D8F41211F}"/>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dirty="0">
                <a:latin typeface="Calibri" panose="020F0502020204030204" pitchFamily="34" charset="0"/>
                <a:cs typeface="Calibri" panose="020F0502020204030204" pitchFamily="34" charset="0"/>
              </a:endParaRPr>
            </a:p>
          </p:txBody>
        </p:sp>
        <p:sp>
          <p:nvSpPr>
            <p:cNvPr id="39" name="Freeform 56">
              <a:extLst>
                <a:ext uri="{FF2B5EF4-FFF2-40B4-BE49-F238E27FC236}">
                  <a16:creationId xmlns:a16="http://schemas.microsoft.com/office/drawing/2014/main" id="{20D46B43-87EA-4453-B5F6-049F10F0CD66}"/>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dirty="0">
                <a:latin typeface="Calibri" panose="020F0502020204030204" pitchFamily="34" charset="0"/>
                <a:cs typeface="Calibri" panose="020F0502020204030204" pitchFamily="34" charset="0"/>
              </a:endParaRPr>
            </a:p>
          </p:txBody>
        </p:sp>
        <p:sp>
          <p:nvSpPr>
            <p:cNvPr id="40" name="Freeform 57">
              <a:extLst>
                <a:ext uri="{FF2B5EF4-FFF2-40B4-BE49-F238E27FC236}">
                  <a16:creationId xmlns:a16="http://schemas.microsoft.com/office/drawing/2014/main" id="{E922DAE1-5A5E-4592-BCE4-D8771432008D}"/>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dirty="0">
                <a:latin typeface="Calibri" panose="020F0502020204030204" pitchFamily="34" charset="0"/>
                <a:cs typeface="Calibri" panose="020F0502020204030204" pitchFamily="34" charset="0"/>
              </a:endParaRPr>
            </a:p>
          </p:txBody>
        </p:sp>
        <p:sp>
          <p:nvSpPr>
            <p:cNvPr id="41" name="Freeform 58">
              <a:extLst>
                <a:ext uri="{FF2B5EF4-FFF2-40B4-BE49-F238E27FC236}">
                  <a16:creationId xmlns:a16="http://schemas.microsoft.com/office/drawing/2014/main" id="{616EBC2C-FBCE-44B2-BF0D-8404887021F5}"/>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dirty="0">
                <a:latin typeface="Calibri" panose="020F0502020204030204" pitchFamily="34" charset="0"/>
                <a:cs typeface="Calibri" panose="020F0502020204030204" pitchFamily="34" charset="0"/>
              </a:endParaRPr>
            </a:p>
          </p:txBody>
        </p:sp>
        <p:sp>
          <p:nvSpPr>
            <p:cNvPr id="42" name="Freeform 59">
              <a:extLst>
                <a:ext uri="{FF2B5EF4-FFF2-40B4-BE49-F238E27FC236}">
                  <a16:creationId xmlns:a16="http://schemas.microsoft.com/office/drawing/2014/main" id="{D9D0D086-8AF3-462D-AAB7-0DB1F99B2F9B}"/>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indent="0">
                <a:buFont typeface="Arial" panose="020B0604020202020204" pitchFamily="34" charset="0"/>
                <a:buNone/>
              </a:pPr>
              <a:endParaRPr lang="en-US" dirty="0">
                <a:latin typeface="Calibri" panose="020F0502020204030204" pitchFamily="34" charset="0"/>
                <a:cs typeface="Calibri" panose="020F0502020204030204" pitchFamily="34" charset="0"/>
              </a:endParaRPr>
            </a:p>
          </p:txBody>
        </p:sp>
      </p:grpSp>
      <p:sp>
        <p:nvSpPr>
          <p:cNvPr id="12" name="Text Placeholder 11">
            <a:extLst>
              <a:ext uri="{FF2B5EF4-FFF2-40B4-BE49-F238E27FC236}">
                <a16:creationId xmlns:a16="http://schemas.microsoft.com/office/drawing/2014/main" id="{017B3B39-B265-4E99-A9BE-AA21AB0B7EEF}"/>
              </a:ext>
            </a:extLst>
          </p:cNvPr>
          <p:cNvSpPr>
            <a:spLocks noGrp="1"/>
          </p:cNvSpPr>
          <p:nvPr>
            <p:ph type="body" sz="quarter" idx="34" hasCustomPrompt="1"/>
          </p:nvPr>
        </p:nvSpPr>
        <p:spPr>
          <a:xfrm>
            <a:off x="5142864" y="805100"/>
            <a:ext cx="6061075"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4" name="Text Placeholder 11">
            <a:extLst>
              <a:ext uri="{FF2B5EF4-FFF2-40B4-BE49-F238E27FC236}">
                <a16:creationId xmlns:a16="http://schemas.microsoft.com/office/drawing/2014/main" id="{BCDD6624-79D4-43EE-8388-678318787488}"/>
              </a:ext>
            </a:extLst>
          </p:cNvPr>
          <p:cNvSpPr>
            <a:spLocks noGrp="1"/>
          </p:cNvSpPr>
          <p:nvPr>
            <p:ph type="body" sz="quarter" idx="35" hasCustomPrompt="1"/>
          </p:nvPr>
        </p:nvSpPr>
        <p:spPr>
          <a:xfrm>
            <a:off x="5142864" y="1399944"/>
            <a:ext cx="6061075"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5" name="Text Placeholder 11">
            <a:extLst>
              <a:ext uri="{FF2B5EF4-FFF2-40B4-BE49-F238E27FC236}">
                <a16:creationId xmlns:a16="http://schemas.microsoft.com/office/drawing/2014/main" id="{44FA0051-EB3F-46DB-8AFE-39CE0A27C81C}"/>
              </a:ext>
            </a:extLst>
          </p:cNvPr>
          <p:cNvSpPr>
            <a:spLocks noGrp="1"/>
          </p:cNvSpPr>
          <p:nvPr>
            <p:ph type="body" sz="quarter" idx="36" hasCustomPrompt="1"/>
          </p:nvPr>
        </p:nvSpPr>
        <p:spPr>
          <a:xfrm>
            <a:off x="5142864" y="1990691"/>
            <a:ext cx="6061075"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6" name="Text Placeholder 11">
            <a:extLst>
              <a:ext uri="{FF2B5EF4-FFF2-40B4-BE49-F238E27FC236}">
                <a16:creationId xmlns:a16="http://schemas.microsoft.com/office/drawing/2014/main" id="{F8FDC20D-A346-4F65-ADAC-F0E3D0B8F78D}"/>
              </a:ext>
            </a:extLst>
          </p:cNvPr>
          <p:cNvSpPr>
            <a:spLocks noGrp="1"/>
          </p:cNvSpPr>
          <p:nvPr>
            <p:ph type="body" sz="quarter" idx="37" hasCustomPrompt="1"/>
          </p:nvPr>
        </p:nvSpPr>
        <p:spPr>
          <a:xfrm>
            <a:off x="5142864" y="2581438"/>
            <a:ext cx="6061075"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7" name="Text Placeholder 11">
            <a:extLst>
              <a:ext uri="{FF2B5EF4-FFF2-40B4-BE49-F238E27FC236}">
                <a16:creationId xmlns:a16="http://schemas.microsoft.com/office/drawing/2014/main" id="{6BDA99B2-4303-4C80-9FDF-D71347CB6D1C}"/>
              </a:ext>
            </a:extLst>
          </p:cNvPr>
          <p:cNvSpPr>
            <a:spLocks noGrp="1"/>
          </p:cNvSpPr>
          <p:nvPr>
            <p:ph type="body" sz="quarter" idx="38" hasCustomPrompt="1"/>
          </p:nvPr>
        </p:nvSpPr>
        <p:spPr>
          <a:xfrm>
            <a:off x="5142864" y="3172185"/>
            <a:ext cx="6061075"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8" name="Text Placeholder 11">
            <a:extLst>
              <a:ext uri="{FF2B5EF4-FFF2-40B4-BE49-F238E27FC236}">
                <a16:creationId xmlns:a16="http://schemas.microsoft.com/office/drawing/2014/main" id="{52B94B40-F7E9-4670-B7FF-9C05849669C1}"/>
              </a:ext>
            </a:extLst>
          </p:cNvPr>
          <p:cNvSpPr>
            <a:spLocks noGrp="1"/>
          </p:cNvSpPr>
          <p:nvPr>
            <p:ph type="body" sz="quarter" idx="39" hasCustomPrompt="1"/>
          </p:nvPr>
        </p:nvSpPr>
        <p:spPr>
          <a:xfrm>
            <a:off x="5142864" y="3762932"/>
            <a:ext cx="6061075"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49" name="Text Placeholder 11">
            <a:extLst>
              <a:ext uri="{FF2B5EF4-FFF2-40B4-BE49-F238E27FC236}">
                <a16:creationId xmlns:a16="http://schemas.microsoft.com/office/drawing/2014/main" id="{BBC37ABC-FC4E-49DD-8633-C71FA2DC508B}"/>
              </a:ext>
            </a:extLst>
          </p:cNvPr>
          <p:cNvSpPr>
            <a:spLocks noGrp="1"/>
          </p:cNvSpPr>
          <p:nvPr>
            <p:ph type="body" sz="quarter" idx="40" hasCustomPrompt="1"/>
          </p:nvPr>
        </p:nvSpPr>
        <p:spPr>
          <a:xfrm>
            <a:off x="5142864" y="4353679"/>
            <a:ext cx="6061075"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50" name="Text Placeholder 11">
            <a:extLst>
              <a:ext uri="{FF2B5EF4-FFF2-40B4-BE49-F238E27FC236}">
                <a16:creationId xmlns:a16="http://schemas.microsoft.com/office/drawing/2014/main" id="{24C61A50-D5DD-453A-B820-F6B0A37BC98A}"/>
              </a:ext>
            </a:extLst>
          </p:cNvPr>
          <p:cNvSpPr>
            <a:spLocks noGrp="1"/>
          </p:cNvSpPr>
          <p:nvPr>
            <p:ph type="body" sz="quarter" idx="41" hasCustomPrompt="1"/>
          </p:nvPr>
        </p:nvSpPr>
        <p:spPr>
          <a:xfrm>
            <a:off x="5142864" y="4944428"/>
            <a:ext cx="6061075" cy="493776"/>
          </a:xfrm>
          <a:noFill/>
        </p:spPr>
        <p:txBody>
          <a:bodyPr vert="horz" wrap="square" lIns="0" tIns="0" rIns="0" bIns="0" rtlCol="0" anchor="ctr" anchorCtr="0">
            <a:noAutofit/>
          </a:bodyPr>
          <a:lstStyle>
            <a:lvl1pPr marL="0" indent="0">
              <a:buNone/>
              <a:defRPr lang="en-US" dirty="0" smtClean="0">
                <a:solidFill>
                  <a:schemeClr val="tx2"/>
                </a:solidFill>
              </a:defRPr>
            </a:lvl1pPr>
            <a:lvl2pPr>
              <a:defRPr lang="en-US" sz="1800" dirty="0" smtClean="0">
                <a:solidFill>
                  <a:schemeClr val="tx1"/>
                </a:solidFill>
              </a:defRPr>
            </a:lvl2pPr>
            <a:lvl3pPr>
              <a:defRPr lang="en-US" dirty="0" smtClean="0"/>
            </a:lvl3pPr>
            <a:lvl4pPr>
              <a:defRPr lang="en-US" dirty="0" smtClean="0"/>
            </a:lvl4pPr>
            <a:lvl5pPr>
              <a:defRPr lang="en-US" dirty="0"/>
            </a:lvl5pPr>
          </a:lstStyle>
          <a:p>
            <a:pPr marL="287338" lvl="0" indent="-287338"/>
            <a:r>
              <a:rPr lang="en-US"/>
              <a:t>Insert Text</a:t>
            </a:r>
          </a:p>
        </p:txBody>
      </p:sp>
      <p:sp>
        <p:nvSpPr>
          <p:cNvPr id="51" name="Footer Placeholder 4">
            <a:extLst>
              <a:ext uri="{FF2B5EF4-FFF2-40B4-BE49-F238E27FC236}">
                <a16:creationId xmlns:a16="http://schemas.microsoft.com/office/drawing/2014/main" id="{E72B3822-FB5B-4455-AA26-93B12BF85758}"/>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629228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502920" y="2747610"/>
            <a:ext cx="7020750" cy="1175994"/>
          </a:xfrm>
        </p:spPr>
        <p:txBody>
          <a:bodyPr>
            <a:noAutofit/>
          </a:bodyPr>
          <a:lstStyle>
            <a:lvl1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1pPr>
            <a:lvl2pPr marL="0" indent="0">
              <a:lnSpc>
                <a:spcPct val="95000"/>
              </a:lnSpc>
              <a:spcBef>
                <a:spcPts val="0"/>
              </a:spcBef>
              <a:spcAft>
                <a:spcPts val="0"/>
              </a:spcAft>
              <a:buNone/>
              <a:defRPr sz="4200" b="0" i="0" cap="none" baseline="0">
                <a:solidFill>
                  <a:schemeClr val="bg1"/>
                </a:solidFill>
                <a:latin typeface="Calibri" panose="020F0502020204030204" pitchFamily="34" charset="0"/>
                <a:cs typeface="Calibri" panose="020F0502020204030204" pitchFamily="34" charset="0"/>
              </a:defRPr>
            </a:lvl2pPr>
          </a:lstStyle>
          <a:p>
            <a:pPr lvl="0"/>
            <a:r>
              <a:rPr lang="en-US"/>
              <a:t>Section Title</a:t>
            </a:r>
          </a:p>
        </p:txBody>
      </p:sp>
      <p:sp>
        <p:nvSpPr>
          <p:cNvPr id="15" name="Footer Placeholder 4">
            <a:extLst>
              <a:ext uri="{FF2B5EF4-FFF2-40B4-BE49-F238E27FC236}">
                <a16:creationId xmlns:a16="http://schemas.microsoft.com/office/drawing/2014/main" id="{24850F37-EFDF-458D-93CB-BE57E5D911C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7" name="Slide Number Placeholder 5">
            <a:extLst>
              <a:ext uri="{FF2B5EF4-FFF2-40B4-BE49-F238E27FC236}">
                <a16:creationId xmlns:a16="http://schemas.microsoft.com/office/drawing/2014/main" id="{EC497851-B8D9-46DC-B813-7DD2ACAD22B5}"/>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21" name="Text Placeholder 20">
            <a:extLst>
              <a:ext uri="{FF2B5EF4-FFF2-40B4-BE49-F238E27FC236}">
                <a16:creationId xmlns:a16="http://schemas.microsoft.com/office/drawing/2014/main" id="{3ACDE91D-4D1D-4484-BB57-6150B9718A2A}"/>
              </a:ext>
            </a:extLst>
          </p:cNvPr>
          <p:cNvSpPr>
            <a:spLocks noGrp="1"/>
          </p:cNvSpPr>
          <p:nvPr>
            <p:ph type="body" sz="quarter" idx="17" hasCustomPrompt="1"/>
          </p:nvPr>
        </p:nvSpPr>
        <p:spPr>
          <a:xfrm>
            <a:off x="533028" y="2171224"/>
            <a:ext cx="3028188" cy="269316"/>
          </a:xfrm>
        </p:spPr>
        <p:txBody>
          <a:bodyPr anchor="b"/>
          <a:lstStyle>
            <a:lvl1pPr marL="0" indent="0">
              <a:buNone/>
              <a:defRPr sz="1600" cap="all" baseline="0">
                <a:solidFill>
                  <a:schemeClr val="bg1"/>
                </a:solidFill>
                <a:latin typeface="Calibri" panose="020F0502020204030204" pitchFamily="34" charset="0"/>
                <a:cs typeface="Calibri" panose="020F0502020204030204" pitchFamily="34" charset="0"/>
              </a:defRPr>
            </a:lvl1pPr>
            <a:lvl2pPr marL="288662" indent="0">
              <a:buNone/>
              <a:defRPr>
                <a:solidFill>
                  <a:schemeClr val="tx1"/>
                </a:solidFill>
              </a:defRPr>
            </a:lvl2pPr>
            <a:lvl3pPr marL="576662" indent="0">
              <a:buNone/>
              <a:defRPr>
                <a:solidFill>
                  <a:schemeClr val="tx1"/>
                </a:solidFill>
              </a:defRPr>
            </a:lvl3pPr>
            <a:lvl4pPr marL="863600" indent="0">
              <a:buNone/>
              <a:defRPr>
                <a:solidFill>
                  <a:schemeClr val="tx1"/>
                </a:solidFill>
              </a:defRPr>
            </a:lvl4pPr>
            <a:lvl5pPr marL="1152525" indent="0">
              <a:buNone/>
              <a:defRPr>
                <a:solidFill>
                  <a:schemeClr val="tx1"/>
                </a:solidFill>
              </a:defRPr>
            </a:lvl5pPr>
          </a:lstStyle>
          <a:p>
            <a:pPr lvl="0"/>
            <a:r>
              <a:rPr lang="en-US"/>
              <a:t>Optional subtext</a:t>
            </a:r>
          </a:p>
        </p:txBody>
      </p:sp>
      <p:sp>
        <p:nvSpPr>
          <p:cNvPr id="24" name="Text Placeholder 23">
            <a:extLst>
              <a:ext uri="{FF2B5EF4-FFF2-40B4-BE49-F238E27FC236}">
                <a16:creationId xmlns:a16="http://schemas.microsoft.com/office/drawing/2014/main" id="{3F65973C-9F27-4BDC-978F-2360481FC588}"/>
              </a:ext>
            </a:extLst>
          </p:cNvPr>
          <p:cNvSpPr>
            <a:spLocks noGrp="1"/>
          </p:cNvSpPr>
          <p:nvPr>
            <p:ph type="body" sz="quarter" idx="18" hasCustomPrompt="1"/>
          </p:nvPr>
        </p:nvSpPr>
        <p:spPr>
          <a:xfrm>
            <a:off x="533028" y="4222956"/>
            <a:ext cx="5944153" cy="352417"/>
          </a:xfrm>
        </p:spPr>
        <p:txBody>
          <a:bodyPr/>
          <a:lstStyle>
            <a:lvl1pPr marL="0" indent="0">
              <a:buNone/>
              <a:defRPr sz="1800">
                <a:solidFill>
                  <a:schemeClr val="bg1"/>
                </a:solidFill>
                <a:latin typeface="Calibri" panose="020F0502020204030204" pitchFamily="34" charset="0"/>
                <a:cs typeface="Calibri" panose="020F0502020204030204" pitchFamily="34" charset="0"/>
              </a:defRPr>
            </a:lvl1pPr>
          </a:lstStyle>
          <a:p>
            <a:pPr lvl="0"/>
            <a:r>
              <a:rPr lang="en-US"/>
              <a:t>Optional Subhead</a:t>
            </a:r>
          </a:p>
        </p:txBody>
      </p:sp>
      <p:cxnSp>
        <p:nvCxnSpPr>
          <p:cNvPr id="19" name="Straight Connector 18">
            <a:extLst>
              <a:ext uri="{FF2B5EF4-FFF2-40B4-BE49-F238E27FC236}">
                <a16:creationId xmlns:a16="http://schemas.microsoft.com/office/drawing/2014/main" id="{4C6A95B9-B909-4AE1-9C03-BE27F7E1CD03}"/>
              </a:ext>
            </a:extLst>
          </p:cNvPr>
          <p:cNvCxnSpPr>
            <a:cxnSpLocks/>
          </p:cNvCxnSpPr>
          <p:nvPr userDrawn="1"/>
        </p:nvCxnSpPr>
        <p:spPr>
          <a:xfrm>
            <a:off x="547539" y="2605073"/>
            <a:ext cx="1371600" cy="0"/>
          </a:xfrm>
          <a:prstGeom prst="line">
            <a:avLst/>
          </a:prstGeom>
          <a:ln w="19050">
            <a:gradFill>
              <a:gsLst>
                <a:gs pos="0">
                  <a:schemeClr val="accent5"/>
                </a:gs>
                <a:gs pos="100000">
                  <a:schemeClr val="accent3"/>
                </a:gs>
              </a:gsLst>
              <a:lin ang="0" scaled="0"/>
            </a:gradFill>
          </a:ln>
        </p:spPr>
        <p:style>
          <a:lnRef idx="1">
            <a:schemeClr val="accent4"/>
          </a:lnRef>
          <a:fillRef idx="0">
            <a:schemeClr val="accent4"/>
          </a:fillRef>
          <a:effectRef idx="0">
            <a:schemeClr val="accent4"/>
          </a:effectRef>
          <a:fontRef idx="minor">
            <a:schemeClr val="tx1"/>
          </a:fontRef>
        </p:style>
      </p:cxnSp>
      <p:sp>
        <p:nvSpPr>
          <p:cNvPr id="10" name="TextBox 9">
            <a:extLst>
              <a:ext uri="{FF2B5EF4-FFF2-40B4-BE49-F238E27FC236}">
                <a16:creationId xmlns:a16="http://schemas.microsoft.com/office/drawing/2014/main" id="{6808A39A-6131-4776-AE1A-2E121323DBF2}"/>
              </a:ext>
            </a:extLst>
          </p:cNvPr>
          <p:cNvSpPr txBox="1"/>
          <p:nvPr userDrawn="1"/>
        </p:nvSpPr>
        <p:spPr>
          <a:xfrm>
            <a:off x="0" y="6957236"/>
            <a:ext cx="12192000" cy="553998"/>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Change the Background image (recommended):</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a “Macro” view image, available via folder of the same name in the image library.)</a:t>
            </a:r>
          </a:p>
          <a:p>
            <a:r>
              <a:rPr lang="en-GB" sz="1000" b="1" dirty="0">
                <a:solidFill>
                  <a:schemeClr val="tx1">
                    <a:lumMod val="85000"/>
                    <a:lumOff val="15000"/>
                  </a:schemeClr>
                </a:solidFill>
                <a:latin typeface="Calibri" panose="020F0502020204030204" pitchFamily="34" charset="0"/>
                <a:cs typeface="Calibri" panose="020F0502020204030204" pitchFamily="34" charset="0"/>
              </a:rPr>
              <a:t>“</a:t>
            </a:r>
            <a:r>
              <a:rPr lang="en-GB" sz="1000" dirty="0">
                <a:solidFill>
                  <a:schemeClr val="tx1">
                    <a:lumMod val="85000"/>
                    <a:lumOff val="15000"/>
                  </a:schemeClr>
                </a:solidFill>
                <a:latin typeface="Calibri" panose="020F0502020204030204" pitchFamily="34" charset="0"/>
                <a:cs typeface="Calibri" panose="020F0502020204030204" pitchFamily="34" charset="0"/>
              </a:rPr>
              <a:t>Right Click” on the slide and then Click “Format Background…”.  Select the “Picture of texture fill” radio button.  Click the “File…” button and browse for an image previously downloaded from the AVEVA Image Library.</a:t>
            </a:r>
          </a:p>
        </p:txBody>
      </p:sp>
      <p:grpSp>
        <p:nvGrpSpPr>
          <p:cNvPr id="11" name="Group 51">
            <a:extLst>
              <a:ext uri="{FF2B5EF4-FFF2-40B4-BE49-F238E27FC236}">
                <a16:creationId xmlns:a16="http://schemas.microsoft.com/office/drawing/2014/main" id="{B01A3E34-0F52-4028-9C15-3B0F3FBA0DC9}"/>
              </a:ext>
            </a:extLst>
          </p:cNvPr>
          <p:cNvGrpSpPr>
            <a:grpSpLocks noChangeAspect="1"/>
          </p:cNvGrpSpPr>
          <p:nvPr userDrawn="1"/>
        </p:nvGrpSpPr>
        <p:grpSpPr bwMode="auto">
          <a:xfrm>
            <a:off x="10539492" y="6305176"/>
            <a:ext cx="1149588" cy="267392"/>
            <a:chOff x="3618" y="2108"/>
            <a:chExt cx="589" cy="137"/>
          </a:xfrm>
          <a:solidFill>
            <a:schemeClr val="bg1"/>
          </a:solidFill>
        </p:grpSpPr>
        <p:sp>
          <p:nvSpPr>
            <p:cNvPr id="12" name="Freeform 52">
              <a:extLst>
                <a:ext uri="{FF2B5EF4-FFF2-40B4-BE49-F238E27FC236}">
                  <a16:creationId xmlns:a16="http://schemas.microsoft.com/office/drawing/2014/main" id="{9A878493-D422-4285-9AB6-B873C55E7C2B}"/>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3" name="Freeform 53">
              <a:extLst>
                <a:ext uri="{FF2B5EF4-FFF2-40B4-BE49-F238E27FC236}">
                  <a16:creationId xmlns:a16="http://schemas.microsoft.com/office/drawing/2014/main" id="{84A7FBAD-7FA0-4E51-B3AF-A203DE5F2D9E}"/>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4" name="Freeform 54">
              <a:extLst>
                <a:ext uri="{FF2B5EF4-FFF2-40B4-BE49-F238E27FC236}">
                  <a16:creationId xmlns:a16="http://schemas.microsoft.com/office/drawing/2014/main" id="{30FA4A17-1C91-4CF3-990C-9D7510930EAD}"/>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6" name="Freeform 55">
              <a:extLst>
                <a:ext uri="{FF2B5EF4-FFF2-40B4-BE49-F238E27FC236}">
                  <a16:creationId xmlns:a16="http://schemas.microsoft.com/office/drawing/2014/main" id="{8E023D5F-5900-47D4-9DAB-ED771A8C8259}"/>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8" name="Freeform 56">
              <a:extLst>
                <a:ext uri="{FF2B5EF4-FFF2-40B4-BE49-F238E27FC236}">
                  <a16:creationId xmlns:a16="http://schemas.microsoft.com/office/drawing/2014/main" id="{BB8192BD-3959-4D18-8EDD-6D4FB1FD2A96}"/>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0" name="Freeform 57">
              <a:extLst>
                <a:ext uri="{FF2B5EF4-FFF2-40B4-BE49-F238E27FC236}">
                  <a16:creationId xmlns:a16="http://schemas.microsoft.com/office/drawing/2014/main" id="{95C31BCD-E0DA-438C-A907-C65A0BD9B6A0}"/>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2" name="Freeform 58">
              <a:extLst>
                <a:ext uri="{FF2B5EF4-FFF2-40B4-BE49-F238E27FC236}">
                  <a16:creationId xmlns:a16="http://schemas.microsoft.com/office/drawing/2014/main" id="{623B4065-710A-4E71-BDAF-0F861BE221E0}"/>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3" name="Freeform 59">
              <a:extLst>
                <a:ext uri="{FF2B5EF4-FFF2-40B4-BE49-F238E27FC236}">
                  <a16:creationId xmlns:a16="http://schemas.microsoft.com/office/drawing/2014/main" id="{9701355B-13F1-44C6-B0EC-70A67D1E8FEA}"/>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26" name="Footer Placeholder 4">
            <a:extLst>
              <a:ext uri="{FF2B5EF4-FFF2-40B4-BE49-F238E27FC236}">
                <a16:creationId xmlns:a16="http://schemas.microsoft.com/office/drawing/2014/main" id="{DDF6A7C0-195E-43C6-9683-8A8B321C6684}"/>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1164602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sclaimer text">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504000" y="3961655"/>
            <a:ext cx="5040000" cy="2032142"/>
          </a:xfrm>
          <a:prstGeom prst="rect">
            <a:avLst/>
          </a:prstGeom>
          <a:noFill/>
        </p:spPr>
        <p:txBody>
          <a:bodyPr wrap="square" lIns="0" tIns="0" rIns="0" bIns="0" rtlCol="0" anchor="b">
            <a:noAutofit/>
          </a:bodyPr>
          <a:lstStyle/>
          <a:p>
            <a:pPr>
              <a:lnSpc>
                <a:spcPct val="120000"/>
              </a:lnSpc>
              <a:spcBef>
                <a:spcPts val="300"/>
              </a:spcBef>
              <a:spcAft>
                <a:spcPts val="300"/>
              </a:spcAft>
            </a:pPr>
            <a:r>
              <a:rPr lang="en-GB" sz="1000" b="0" dirty="0">
                <a:solidFill>
                  <a:schemeClr val="bg1"/>
                </a:solidFill>
                <a:latin typeface="Calibri" panose="020F0502020204030204" pitchFamily="34" charset="0"/>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ct val="120000"/>
              </a:lnSpc>
              <a:spcBef>
                <a:spcPts val="300"/>
              </a:spcBef>
              <a:spcAft>
                <a:spcPts val="300"/>
              </a:spcAft>
            </a:pPr>
            <a:r>
              <a:rPr lang="en-GB" sz="1000" b="0" dirty="0">
                <a:solidFill>
                  <a:schemeClr val="bg1"/>
                </a:solidFill>
                <a:latin typeface="Calibri" panose="020F0502020204030204" pitchFamily="34" charset="0"/>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sp>
        <p:nvSpPr>
          <p:cNvPr id="15" name="Footer Placeholder 4">
            <a:extLst>
              <a:ext uri="{FF2B5EF4-FFF2-40B4-BE49-F238E27FC236}">
                <a16:creationId xmlns:a16="http://schemas.microsoft.com/office/drawing/2014/main" id="{D34DBEDF-5BD3-4B5C-AE1D-43D496134369}"/>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7" name="Slide Number Placeholder 5">
            <a:extLst>
              <a:ext uri="{FF2B5EF4-FFF2-40B4-BE49-F238E27FC236}">
                <a16:creationId xmlns:a16="http://schemas.microsoft.com/office/drawing/2014/main" id="{E00036F3-BC75-4C10-B4CF-54629948F1CF}"/>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3497288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st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A4AD94-4469-4263-BEE2-FBDE160260CC}"/>
              </a:ext>
            </a:extLst>
          </p:cNvPr>
          <p:cNvSpPr txBox="1"/>
          <p:nvPr userDrawn="1"/>
        </p:nvSpPr>
        <p:spPr>
          <a:xfrm>
            <a:off x="903111" y="3347077"/>
            <a:ext cx="4681182" cy="720000"/>
          </a:xfrm>
          <a:prstGeom prst="rect">
            <a:avLst/>
          </a:prstGeom>
          <a:noFill/>
        </p:spPr>
        <p:txBody>
          <a:bodyPr wrap="square" lIns="0" tIns="0" rIns="0" bIns="0" rtlCol="0">
            <a:noAutofit/>
          </a:bodyPr>
          <a:lstStyle/>
          <a:p>
            <a:pPr>
              <a:lnSpc>
                <a:spcPct val="150000"/>
              </a:lnSpc>
            </a:pPr>
            <a:r>
              <a:rPr lang="en-GB" sz="1800" b="0" dirty="0">
                <a:solidFill>
                  <a:schemeClr val="bg1"/>
                </a:solidFill>
                <a:latin typeface="Calibri" panose="020F0502020204030204" pitchFamily="34" charset="0"/>
                <a:cs typeface="Calibri" panose="020F0502020204030204" pitchFamily="34" charset="0"/>
              </a:rPr>
              <a:t>linkedin.com/company/AVEVA </a:t>
            </a:r>
          </a:p>
          <a:p>
            <a:pPr>
              <a:lnSpc>
                <a:spcPct val="150000"/>
              </a:lnSpc>
            </a:pPr>
            <a:r>
              <a:rPr lang="en-GB" sz="1800" b="0" dirty="0">
                <a:solidFill>
                  <a:schemeClr val="bg1"/>
                </a:solidFill>
                <a:latin typeface="Calibri" panose="020F0502020204030204" pitchFamily="34" charset="0"/>
                <a:cs typeface="Calibri" panose="020F0502020204030204" pitchFamily="34" charset="0"/>
              </a:rPr>
              <a:t>@AVEVAgroup </a:t>
            </a:r>
          </a:p>
        </p:txBody>
      </p:sp>
      <p:sp>
        <p:nvSpPr>
          <p:cNvPr id="20" name="Footer Placeholder 4">
            <a:extLst>
              <a:ext uri="{FF2B5EF4-FFF2-40B4-BE49-F238E27FC236}">
                <a16:creationId xmlns:a16="http://schemas.microsoft.com/office/drawing/2014/main" id="{9DBB6010-8CE9-468B-A931-345D0CF4F3E0}"/>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2" name="Slide Number Placeholder 5">
            <a:extLst>
              <a:ext uri="{FF2B5EF4-FFF2-40B4-BE49-F238E27FC236}">
                <a16:creationId xmlns:a16="http://schemas.microsoft.com/office/drawing/2014/main" id="{B0101C08-3000-4B1E-B709-B8C61FB9B7CF}"/>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21" name="TextBox 20">
            <a:extLst>
              <a:ext uri="{FF2B5EF4-FFF2-40B4-BE49-F238E27FC236}">
                <a16:creationId xmlns:a16="http://schemas.microsoft.com/office/drawing/2014/main" id="{820D0BB1-8604-4E24-9239-2A9B494261E3}"/>
              </a:ext>
            </a:extLst>
          </p:cNvPr>
          <p:cNvSpPr txBox="1"/>
          <p:nvPr userDrawn="1"/>
        </p:nvSpPr>
        <p:spPr>
          <a:xfrm>
            <a:off x="504000" y="4142232"/>
            <a:ext cx="5216668" cy="1947304"/>
          </a:xfrm>
          <a:prstGeom prst="rect">
            <a:avLst/>
          </a:prstGeom>
          <a:noFill/>
        </p:spPr>
        <p:txBody>
          <a:bodyPr wrap="square" lIns="0" tIns="0" rIns="0" bIns="0" rtlCol="0" anchor="b">
            <a:noAutofit/>
          </a:bodyPr>
          <a:lstStyle/>
          <a:p>
            <a:pPr>
              <a:lnSpc>
                <a:spcPts val="1200"/>
              </a:lnSpc>
              <a:spcAft>
                <a:spcPts val="200"/>
              </a:spcAft>
            </a:pPr>
            <a:r>
              <a:rPr lang="en-GB" sz="1000" b="0" cap="all" baseline="0" dirty="0">
                <a:solidFill>
                  <a:schemeClr val="bg1"/>
                </a:solidFill>
                <a:latin typeface="Calibri" panose="020F0502020204030204" pitchFamily="34" charset="0"/>
                <a:cs typeface="Calibri" panose="020F0502020204030204" pitchFamily="34" charset="0"/>
              </a:rPr>
              <a:t>About AVEVA </a:t>
            </a:r>
          </a:p>
          <a:p>
            <a:pPr>
              <a:lnSpc>
                <a:spcPts val="1200"/>
              </a:lnSpc>
            </a:pPr>
            <a:r>
              <a:rPr lang="en-GB" sz="1000" dirty="0">
                <a:solidFill>
                  <a:schemeClr val="bg1"/>
                </a:solidFill>
                <a:latin typeface="Calibri" panose="020F0502020204030204" pitchFamily="34" charset="0"/>
                <a:cs typeface="Calibri" panose="020F0502020204030204" pitchFamily="34" charset="0"/>
              </a:rPr>
              <a:t>AVEVA is a global leader in engineering and industrial software driving digital transformation across the entire asset and operational life cycle of capital-intensive industries. </a:t>
            </a:r>
          </a:p>
          <a:p>
            <a:pPr>
              <a:lnSpc>
                <a:spcPts val="1200"/>
              </a:lnSpc>
            </a:pPr>
            <a:r>
              <a:rPr lang="en-GB" sz="1000" dirty="0">
                <a:solidFill>
                  <a:schemeClr val="bg1"/>
                </a:solidFill>
                <a:latin typeface="Calibri" panose="020F0502020204030204" pitchFamily="34" charset="0"/>
                <a:cs typeface="Calibri" panose="020F0502020204030204" pitchFamily="34" charset="0"/>
              </a:rPr>
              <a:t> </a:t>
            </a:r>
          </a:p>
          <a:p>
            <a:pPr>
              <a:lnSpc>
                <a:spcPts val="1200"/>
              </a:lnSpc>
            </a:pPr>
            <a:r>
              <a:rPr lang="en-GB" sz="1000" dirty="0">
                <a:solidFill>
                  <a:schemeClr val="bg1"/>
                </a:solidFill>
                <a:latin typeface="Calibri" panose="020F0502020204030204" pitchFamily="34" charset="0"/>
                <a:cs typeface="Calibri" panose="020F0502020204030204" pitchFamily="34" charset="0"/>
              </a:rPr>
              <a:t>The company’s engineering, planning and operations, asset performance, and monitoring and control solutions deliver proven results to over 16,000 customers across the globe. Its customers are supported by the largest industrial software ecosystem, including 4,200 partners and 5,700 certified developers. AVEVA is headquartered in Cambridge, UK, with over 4,400 employees at 80 locations in over 40 countries.</a:t>
            </a:r>
          </a:p>
          <a:p>
            <a:pPr>
              <a:lnSpc>
                <a:spcPts val="1200"/>
              </a:lnSpc>
              <a:spcBef>
                <a:spcPts val="200"/>
              </a:spcBef>
            </a:pPr>
            <a:r>
              <a:rPr lang="en-GB" sz="1000" b="0" dirty="0">
                <a:solidFill>
                  <a:schemeClr val="bg2"/>
                </a:solidFill>
                <a:latin typeface="Calibri" panose="020F0502020204030204" pitchFamily="34" charset="0"/>
                <a:cs typeface="Calibri" panose="020F0502020204030204" pitchFamily="34" charset="0"/>
              </a:rPr>
              <a:t>AVEVA.com</a:t>
            </a:r>
          </a:p>
        </p:txBody>
      </p:sp>
      <p:sp>
        <p:nvSpPr>
          <p:cNvPr id="8" name="Freeform 5">
            <a:extLst>
              <a:ext uri="{FF2B5EF4-FFF2-40B4-BE49-F238E27FC236}">
                <a16:creationId xmlns:a16="http://schemas.microsoft.com/office/drawing/2014/main" id="{C8D52A2F-39A6-46EB-840D-EA4EC50AE019}"/>
              </a:ext>
            </a:extLst>
          </p:cNvPr>
          <p:cNvSpPr>
            <a:spLocks noChangeAspect="1" noEditPoints="1"/>
          </p:cNvSpPr>
          <p:nvPr userDrawn="1"/>
        </p:nvSpPr>
        <p:spPr bwMode="auto">
          <a:xfrm>
            <a:off x="504000" y="3412813"/>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6">
            <a:extLst>
              <a:ext uri="{FF2B5EF4-FFF2-40B4-BE49-F238E27FC236}">
                <a16:creationId xmlns:a16="http://schemas.microsoft.com/office/drawing/2014/main" id="{BB1EEC1D-AB51-46F5-BBC2-87D09F986B00}"/>
              </a:ext>
            </a:extLst>
          </p:cNvPr>
          <p:cNvSpPr>
            <a:spLocks noChangeAspect="1" noEditPoints="1"/>
          </p:cNvSpPr>
          <p:nvPr userDrawn="1"/>
        </p:nvSpPr>
        <p:spPr bwMode="auto">
          <a:xfrm>
            <a:off x="504000" y="3849958"/>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7923281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0" y="587361"/>
            <a:ext cx="11185080" cy="804198"/>
          </a:xfrm>
        </p:spPr>
        <p:txBody>
          <a:bodyPr wrap="square" tIns="0" bIns="0"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504000" y="1929383"/>
            <a:ext cx="11185080" cy="4171165"/>
          </a:xfrm>
        </p:spPr>
        <p:txBody>
          <a:bodyPr>
            <a:noAutofit/>
          </a:bodyPr>
          <a:lstStyle>
            <a:lvl1pPr marL="301752">
              <a:defRPr sz="2300">
                <a:latin typeface="Calibri" panose="020F0502020204030204" pitchFamily="34" charset="0"/>
                <a:cs typeface="Calibri" panose="020F0502020204030204" pitchFamily="34" charset="0"/>
              </a:defRPr>
            </a:lvl1pPr>
            <a:lvl2pPr marL="658368">
              <a:defRPr>
                <a:latin typeface="Calibri" panose="020F0502020204030204" pitchFamily="34" charset="0"/>
                <a:cs typeface="Calibri" panose="020F0502020204030204" pitchFamily="34" charset="0"/>
              </a:defRPr>
            </a:lvl2pPr>
            <a:lvl3pPr marL="960120">
              <a:defRPr>
                <a:latin typeface="Calibri" panose="020F0502020204030204" pitchFamily="34" charset="0"/>
                <a:cs typeface="Calibri" panose="020F0502020204030204" pitchFamily="34" charset="0"/>
              </a:defRPr>
            </a:lvl3pPr>
            <a:lvl4pPr marL="1252728">
              <a:defRPr>
                <a:latin typeface="Calibri" panose="020F0502020204030204" pitchFamily="34" charset="0"/>
                <a:cs typeface="Calibri" panose="020F0502020204030204" pitchFamily="34" charset="0"/>
              </a:defRPr>
            </a:lvl4pPr>
            <a:lvl5pPr marL="1545336">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cxnSp>
        <p:nvCxnSpPr>
          <p:cNvPr id="6" name="Straight Connector 5">
            <a:extLst>
              <a:ext uri="{FF2B5EF4-FFF2-40B4-BE49-F238E27FC236}">
                <a16:creationId xmlns:a16="http://schemas.microsoft.com/office/drawing/2014/main" id="{0E60D98B-EF2F-4F66-BDC3-D6083617DF31}"/>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8" name="Text Placeholder 7">
            <a:extLst>
              <a:ext uri="{FF2B5EF4-FFF2-40B4-BE49-F238E27FC236}">
                <a16:creationId xmlns:a16="http://schemas.microsoft.com/office/drawing/2014/main" id="{2D2CB7B5-7609-4CEF-BB73-071C9A965173}"/>
              </a:ext>
            </a:extLst>
          </p:cNvPr>
          <p:cNvSpPr>
            <a:spLocks noGrp="1"/>
          </p:cNvSpPr>
          <p:nvPr>
            <p:ph type="body" sz="quarter" idx="13" hasCustomPrompt="1"/>
          </p:nvPr>
        </p:nvSpPr>
        <p:spPr>
          <a:xfrm>
            <a:off x="504000" y="1426464"/>
            <a:ext cx="11183112"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US"/>
              <a:t>Optional Subtitle</a:t>
            </a:r>
          </a:p>
        </p:txBody>
      </p:sp>
    </p:spTree>
    <p:extLst>
      <p:ext uri="{BB962C8B-B14F-4D97-AF65-F5344CB8AC3E}">
        <p14:creationId xmlns:p14="http://schemas.microsoft.com/office/powerpoint/2010/main" val="2541399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llets">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0" y="587361"/>
            <a:ext cx="11185080" cy="804198"/>
          </a:xfrm>
        </p:spPr>
        <p:txBody>
          <a:bodyPr wrap="square" tIns="0" bIns="0" anchor="ctr">
            <a:normAutofit/>
          </a:bodyPr>
          <a:lstStyle>
            <a:lvl1pPr>
              <a:lnSpc>
                <a:spcPct val="90000"/>
              </a:lnSpc>
              <a:defRPr sz="3600" b="0">
                <a:solidFill>
                  <a:schemeClr val="bg1"/>
                </a:solidFill>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504000" y="1929384"/>
            <a:ext cx="11185080" cy="4169664"/>
          </a:xfrm>
        </p:spPr>
        <p:txBody>
          <a:bodyPr>
            <a:noAutofit/>
          </a:bodyPr>
          <a:lstStyle>
            <a:lvl1pPr marL="301752">
              <a:defRPr sz="2300">
                <a:solidFill>
                  <a:schemeClr val="bg1"/>
                </a:solidFill>
                <a:latin typeface="Calibri" panose="020F0502020204030204" pitchFamily="34" charset="0"/>
                <a:cs typeface="Calibri" panose="020F0502020204030204" pitchFamily="34" charset="0"/>
              </a:defRPr>
            </a:lvl1pPr>
            <a:lvl2pPr marL="594360">
              <a:defRPr>
                <a:solidFill>
                  <a:schemeClr val="bg1"/>
                </a:solidFill>
                <a:latin typeface="Calibri" panose="020F0502020204030204" pitchFamily="34" charset="0"/>
                <a:cs typeface="Calibri" panose="020F0502020204030204" pitchFamily="34" charset="0"/>
              </a:defRPr>
            </a:lvl2pPr>
            <a:lvl3pPr marL="886968">
              <a:defRPr>
                <a:solidFill>
                  <a:schemeClr val="bg1"/>
                </a:solidFill>
                <a:latin typeface="Calibri" panose="020F0502020204030204" pitchFamily="34" charset="0"/>
                <a:cs typeface="Calibri" panose="020F0502020204030204" pitchFamily="34" charset="0"/>
              </a:defRPr>
            </a:lvl3pPr>
            <a:lvl4pPr marL="1170432">
              <a:defRPr>
                <a:solidFill>
                  <a:schemeClr val="bg1"/>
                </a:solidFill>
                <a:latin typeface="Calibri" panose="020F0502020204030204" pitchFamily="34" charset="0"/>
                <a:cs typeface="Calibri" panose="020F0502020204030204" pitchFamily="34" charset="0"/>
              </a:defRPr>
            </a:lvl4pPr>
            <a:lvl5pPr marL="1463040">
              <a:defRPr>
                <a:solidFill>
                  <a:schemeClr val="bg1"/>
                </a:solidFill>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8" name="TextBox 7">
            <a:extLst>
              <a:ext uri="{FF2B5EF4-FFF2-40B4-BE49-F238E27FC236}">
                <a16:creationId xmlns:a16="http://schemas.microsoft.com/office/drawing/2014/main" id="{0D4793A5-0E8F-43EC-B6DA-916808252C33}"/>
              </a:ext>
            </a:extLst>
          </p:cNvPr>
          <p:cNvSpPr txBox="1"/>
          <p:nvPr userDrawn="1"/>
        </p:nvSpPr>
        <p:spPr>
          <a:xfrm>
            <a:off x="0" y="6957236"/>
            <a:ext cx="12192000" cy="553998"/>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Inserting a Background image (optional):</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a:t>
            </a:r>
          </a:p>
          <a:p>
            <a:r>
              <a:rPr lang="en-GB" sz="1000" b="1" dirty="0">
                <a:solidFill>
                  <a:schemeClr val="tx1">
                    <a:lumMod val="85000"/>
                    <a:lumOff val="15000"/>
                  </a:schemeClr>
                </a:solidFill>
                <a:latin typeface="Calibri" panose="020F0502020204030204" pitchFamily="34" charset="0"/>
                <a:cs typeface="Calibri" panose="020F0502020204030204" pitchFamily="34" charset="0"/>
              </a:rPr>
              <a:t>“</a:t>
            </a:r>
            <a:r>
              <a:rPr lang="en-GB" sz="1000" dirty="0">
                <a:solidFill>
                  <a:schemeClr val="tx1">
                    <a:lumMod val="85000"/>
                    <a:lumOff val="15000"/>
                  </a:schemeClr>
                </a:solidFill>
                <a:latin typeface="Calibri" panose="020F0502020204030204" pitchFamily="34" charset="0"/>
                <a:cs typeface="Calibri" panose="020F0502020204030204" pitchFamily="34" charset="0"/>
              </a:rPr>
              <a:t>Right Click” on the slide and then Click “Format Background…”.  Select the “Picture of texture fill” radio button.  Click the “File…” button and browse for an image previously downloaded from the AVEVA Image Library.</a:t>
            </a:r>
          </a:p>
        </p:txBody>
      </p:sp>
      <p:sp>
        <p:nvSpPr>
          <p:cNvPr id="9" name="Text Placeholder 7">
            <a:extLst>
              <a:ext uri="{FF2B5EF4-FFF2-40B4-BE49-F238E27FC236}">
                <a16:creationId xmlns:a16="http://schemas.microsoft.com/office/drawing/2014/main" id="{F721C59F-708B-492A-8C82-2F5D3FECD8E7}"/>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cxnSp>
        <p:nvCxnSpPr>
          <p:cNvPr id="11" name="Straight Connector 10">
            <a:extLst>
              <a:ext uri="{FF2B5EF4-FFF2-40B4-BE49-F238E27FC236}">
                <a16:creationId xmlns:a16="http://schemas.microsoft.com/office/drawing/2014/main" id="{78B1AAD0-97BD-4A5D-98EB-2679C7108D00}"/>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289429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slid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0" y="587361"/>
            <a:ext cx="11185080" cy="804198"/>
          </a:xfrm>
        </p:spPr>
        <p:txBody>
          <a:bodyPr anchor="ctr">
            <a:normAutofit/>
          </a:bodyPr>
          <a:lstStyle>
            <a:lvl1pPr>
              <a:lnSpc>
                <a:spcPct val="90000"/>
              </a:lnSpc>
              <a:defRPr sz="3600" b="0">
                <a:solidFill>
                  <a:schemeClr val="bg1"/>
                </a:solidFill>
                <a:latin typeface="Calibri" panose="020F0502020204030204" pitchFamily="34" charset="0"/>
                <a:cs typeface="Calibri" panose="020F0502020204030204" pitchFamily="34" charset="0"/>
              </a:defRPr>
            </a:lvl1pPr>
          </a:lstStyle>
          <a:p>
            <a:r>
              <a:rPr lang="en-US"/>
              <a:t>Insert Slide Title</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7" name="TextBox 6">
            <a:extLst>
              <a:ext uri="{FF2B5EF4-FFF2-40B4-BE49-F238E27FC236}">
                <a16:creationId xmlns:a16="http://schemas.microsoft.com/office/drawing/2014/main" id="{4E168FBF-627D-45F8-B887-82DA9226067F}"/>
              </a:ext>
            </a:extLst>
          </p:cNvPr>
          <p:cNvSpPr txBox="1"/>
          <p:nvPr userDrawn="1"/>
        </p:nvSpPr>
        <p:spPr>
          <a:xfrm>
            <a:off x="0" y="6957236"/>
            <a:ext cx="12192000" cy="553998"/>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Inserting a Background image (optional):</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a:t>
            </a:r>
          </a:p>
          <a:p>
            <a:r>
              <a:rPr lang="en-GB" sz="1000" b="1" dirty="0">
                <a:solidFill>
                  <a:schemeClr val="tx1">
                    <a:lumMod val="85000"/>
                    <a:lumOff val="15000"/>
                  </a:schemeClr>
                </a:solidFill>
                <a:latin typeface="Calibri" panose="020F0502020204030204" pitchFamily="34" charset="0"/>
                <a:cs typeface="Calibri" panose="020F0502020204030204" pitchFamily="34" charset="0"/>
              </a:rPr>
              <a:t>“</a:t>
            </a:r>
            <a:r>
              <a:rPr lang="en-GB" sz="1000" dirty="0">
                <a:solidFill>
                  <a:schemeClr val="tx1">
                    <a:lumMod val="85000"/>
                    <a:lumOff val="15000"/>
                  </a:schemeClr>
                </a:solidFill>
                <a:latin typeface="Calibri" panose="020F0502020204030204" pitchFamily="34" charset="0"/>
                <a:cs typeface="Calibri" panose="020F0502020204030204" pitchFamily="34" charset="0"/>
              </a:rPr>
              <a:t>Right Click” on the slide and then Click “Format Background…”.  Select the “Picture of texture fill” radio button.  Click the “File…” button and browse for an image previously downloaded from the AVEVA Image Library.</a:t>
            </a:r>
          </a:p>
        </p:txBody>
      </p:sp>
      <p:sp>
        <p:nvSpPr>
          <p:cNvPr id="8" name="Text Placeholder 7">
            <a:extLst>
              <a:ext uri="{FF2B5EF4-FFF2-40B4-BE49-F238E27FC236}">
                <a16:creationId xmlns:a16="http://schemas.microsoft.com/office/drawing/2014/main" id="{F2702353-43DD-4A69-A9B8-312ACDFC0A08}"/>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cxnSp>
        <p:nvCxnSpPr>
          <p:cNvPr id="9" name="Straight Connector 8">
            <a:extLst>
              <a:ext uri="{FF2B5EF4-FFF2-40B4-BE49-F238E27FC236}">
                <a16:creationId xmlns:a16="http://schemas.microsoft.com/office/drawing/2014/main" id="{686DA80B-7CF5-433A-8B2F-67F467537D44}"/>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9388397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tx2"/>
        </a:solidFill>
        <a:effectLst/>
      </p:bgPr>
    </p:bg>
    <p:spTree>
      <p:nvGrpSpPr>
        <p:cNvPr id="1" name=""/>
        <p:cNvGrpSpPr/>
        <p:nvPr/>
      </p:nvGrpSpPr>
      <p:grpSpPr>
        <a:xfrm>
          <a:off x="0" y="0"/>
          <a:ext cx="0" cy="0"/>
          <a:chOff x="0" y="0"/>
          <a:chExt cx="0" cy="0"/>
        </a:xfrm>
      </p:grpSpPr>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7" name="TextBox 6">
            <a:extLst>
              <a:ext uri="{FF2B5EF4-FFF2-40B4-BE49-F238E27FC236}">
                <a16:creationId xmlns:a16="http://schemas.microsoft.com/office/drawing/2014/main" id="{4E168FBF-627D-45F8-B887-82DA9226067F}"/>
              </a:ext>
            </a:extLst>
          </p:cNvPr>
          <p:cNvSpPr txBox="1"/>
          <p:nvPr userDrawn="1"/>
        </p:nvSpPr>
        <p:spPr>
          <a:xfrm>
            <a:off x="0" y="6957236"/>
            <a:ext cx="12192000" cy="553998"/>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Inserting a Background image (optional):</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a:t>
            </a:r>
          </a:p>
          <a:p>
            <a:r>
              <a:rPr lang="en-GB" sz="1000" b="1" dirty="0">
                <a:solidFill>
                  <a:schemeClr val="tx1">
                    <a:lumMod val="85000"/>
                    <a:lumOff val="15000"/>
                  </a:schemeClr>
                </a:solidFill>
                <a:latin typeface="Calibri" panose="020F0502020204030204" pitchFamily="34" charset="0"/>
                <a:cs typeface="Calibri" panose="020F0502020204030204" pitchFamily="34" charset="0"/>
              </a:rPr>
              <a:t>“</a:t>
            </a:r>
            <a:r>
              <a:rPr lang="en-GB" sz="1000" dirty="0">
                <a:solidFill>
                  <a:schemeClr val="tx1">
                    <a:lumMod val="85000"/>
                    <a:lumOff val="15000"/>
                  </a:schemeClr>
                </a:solidFill>
                <a:latin typeface="Calibri" panose="020F0502020204030204" pitchFamily="34" charset="0"/>
                <a:cs typeface="Calibri" panose="020F0502020204030204" pitchFamily="34" charset="0"/>
              </a:rPr>
              <a:t>Right Click” on the slide and then Click “Format Background…”.  Select the “Picture of texture fill” radio button.  Click the “File…” button and browse for an image previously downloaded from the AVEVA Image Library.</a:t>
            </a:r>
          </a:p>
        </p:txBody>
      </p:sp>
    </p:spTree>
    <p:extLst>
      <p:ext uri="{BB962C8B-B14F-4D97-AF65-F5344CB8AC3E}">
        <p14:creationId xmlns:p14="http://schemas.microsoft.com/office/powerpoint/2010/main" val="25140511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ullets option">
    <p:bg>
      <p:bgPr>
        <a:solidFill>
          <a:schemeClr val="accent4"/>
        </a:solidFill>
        <a:effectLst/>
      </p:bgPr>
    </p:bg>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4727170E-B9F4-4D73-B311-6F941E8A602D}"/>
              </a:ext>
            </a:extLst>
          </p:cNvPr>
          <p:cNvSpPr>
            <a:spLocks noGrp="1"/>
          </p:cNvSpPr>
          <p:nvPr>
            <p:ph type="pic" sz="quarter" idx="15" hasCustomPrompt="1"/>
          </p:nvPr>
        </p:nvSpPr>
        <p:spPr>
          <a:xfrm>
            <a:off x="6215791" y="0"/>
            <a:ext cx="5976209" cy="6879600"/>
          </a:xfrm>
          <a:prstGeom prst="rect">
            <a:avLst/>
          </a:prstGeom>
          <a:solidFill>
            <a:schemeClr val="tx1">
              <a:alpha val="10000"/>
            </a:schemeClr>
          </a:solidFill>
          <a:ln>
            <a:noFill/>
          </a:ln>
        </p:spPr>
        <p:txBody>
          <a:bodyPr anchor="ctr"/>
          <a:lstStyle>
            <a:lvl1pPr marL="0" indent="0" algn="ctr">
              <a:buNone/>
              <a:defRPr sz="2000">
                <a:solidFill>
                  <a:schemeClr val="bg1"/>
                </a:solidFill>
                <a:latin typeface="Calibri" panose="020F0502020204030204" pitchFamily="34" charset="0"/>
                <a:cs typeface="Calibri" panose="020F0502020204030204" pitchFamily="34" charset="0"/>
              </a:defRPr>
            </a:lvl1pPr>
          </a:lstStyle>
          <a:p>
            <a:r>
              <a:rPr lang="en-GB" dirty="0"/>
              <a:t>Click icon to Insert Image</a:t>
            </a:r>
          </a:p>
        </p:txBody>
      </p:sp>
      <p:sp>
        <p:nvSpPr>
          <p:cNvPr id="9" name="Rectangle 8">
            <a:extLst>
              <a:ext uri="{FF2B5EF4-FFF2-40B4-BE49-F238E27FC236}">
                <a16:creationId xmlns:a16="http://schemas.microsoft.com/office/drawing/2014/main" id="{EDBCCE5B-291B-4BD9-BD96-587208357D9B}"/>
              </a:ext>
            </a:extLst>
          </p:cNvPr>
          <p:cNvSpPr/>
          <p:nvPr userDrawn="1"/>
        </p:nvSpPr>
        <p:spPr>
          <a:xfrm>
            <a:off x="0" y="0"/>
            <a:ext cx="621579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504000" y="587361"/>
            <a:ext cx="5349240" cy="804198"/>
          </a:xfrm>
        </p:spPr>
        <p:txBody>
          <a:bodyPr anchor="ctr">
            <a:normAutofit/>
          </a:bodyPr>
          <a:lstStyle>
            <a:lvl1pPr>
              <a:lnSpc>
                <a:spcPct val="90000"/>
              </a:lnSpc>
              <a:defRPr sz="3600" b="0">
                <a:solidFill>
                  <a:schemeClr val="bg1"/>
                </a:solidFill>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504000" y="1929384"/>
            <a:ext cx="5349240" cy="4169664"/>
          </a:xfrm>
        </p:spPr>
        <p:txBody>
          <a:bodyPr>
            <a:noAutofit/>
          </a:bodyPr>
          <a:lstStyle>
            <a:lvl1pPr>
              <a:defRPr sz="2300">
                <a:solidFill>
                  <a:schemeClr val="bg1"/>
                </a:solidFill>
                <a:latin typeface="Calibri" panose="020F0502020204030204" pitchFamily="34" charset="0"/>
                <a:cs typeface="Calibri" panose="020F0502020204030204" pitchFamily="34" charset="0"/>
              </a:defRPr>
            </a:lvl1pPr>
            <a:lvl2pPr marL="594360">
              <a:defRPr>
                <a:solidFill>
                  <a:schemeClr val="bg1"/>
                </a:solidFill>
                <a:latin typeface="Calibri" panose="020F0502020204030204" pitchFamily="34" charset="0"/>
                <a:cs typeface="Calibri" panose="020F0502020204030204" pitchFamily="34" charset="0"/>
              </a:defRPr>
            </a:lvl2pPr>
            <a:lvl3pPr marL="886968">
              <a:defRPr>
                <a:solidFill>
                  <a:schemeClr val="bg1"/>
                </a:solidFill>
                <a:latin typeface="Calibri" panose="020F0502020204030204" pitchFamily="34" charset="0"/>
                <a:cs typeface="Calibri" panose="020F0502020204030204" pitchFamily="34" charset="0"/>
              </a:defRPr>
            </a:lvl3pPr>
            <a:lvl4pPr marL="1170432">
              <a:defRPr>
                <a:solidFill>
                  <a:schemeClr val="bg1"/>
                </a:solidFill>
                <a:latin typeface="Calibri" panose="020F0502020204030204" pitchFamily="34" charset="0"/>
                <a:cs typeface="Calibri" panose="020F0502020204030204" pitchFamily="34" charset="0"/>
              </a:defRPr>
            </a:lvl4pPr>
            <a:lvl5pPr marL="1463040">
              <a:defRPr>
                <a:solidFill>
                  <a:schemeClr val="bg1"/>
                </a:solidFill>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11" name="TextBox 10">
            <a:extLst>
              <a:ext uri="{FF2B5EF4-FFF2-40B4-BE49-F238E27FC236}">
                <a16:creationId xmlns:a16="http://schemas.microsoft.com/office/drawing/2014/main" id="{19E0D9F9-2574-4C58-9A84-40ECA6028DD1}"/>
              </a:ext>
            </a:extLst>
          </p:cNvPr>
          <p:cNvSpPr txBox="1"/>
          <p:nvPr userDrawn="1"/>
        </p:nvSpPr>
        <p:spPr>
          <a:xfrm>
            <a:off x="6215791" y="6957236"/>
            <a:ext cx="5976209" cy="1015663"/>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either a “Micro” view image or a People image, available via folders of the same names in the image library.) </a:t>
            </a:r>
            <a:r>
              <a:rPr lang="en-GB" sz="1000" b="0" dirty="0">
                <a:solidFill>
                  <a:schemeClr val="tx1">
                    <a:lumMod val="85000"/>
                    <a:lumOff val="1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tx1">
                  <a:lumMod val="85000"/>
                  <a:lumOff val="15000"/>
                </a:schemeClr>
              </a:solidFill>
              <a:latin typeface="Calibri" panose="020F0502020204030204" pitchFamily="34" charset="0"/>
              <a:cs typeface="Calibri" panose="020F0502020204030204" pitchFamily="34" charset="0"/>
            </a:endParaRPr>
          </a:p>
        </p:txBody>
      </p:sp>
      <p:sp>
        <p:nvSpPr>
          <p:cNvPr id="10" name="Text Placeholder 7">
            <a:extLst>
              <a:ext uri="{FF2B5EF4-FFF2-40B4-BE49-F238E27FC236}">
                <a16:creationId xmlns:a16="http://schemas.microsoft.com/office/drawing/2014/main" id="{FBC3685B-3769-4382-9FB8-B93B29547D7B}"/>
              </a:ext>
            </a:extLst>
          </p:cNvPr>
          <p:cNvSpPr>
            <a:spLocks noGrp="1"/>
          </p:cNvSpPr>
          <p:nvPr>
            <p:ph type="body" sz="quarter" idx="13" hasCustomPrompt="1"/>
          </p:nvPr>
        </p:nvSpPr>
        <p:spPr>
          <a:xfrm>
            <a:off x="504000" y="1426463"/>
            <a:ext cx="5349240"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grpSp>
        <p:nvGrpSpPr>
          <p:cNvPr id="13" name="Group 51">
            <a:extLst>
              <a:ext uri="{FF2B5EF4-FFF2-40B4-BE49-F238E27FC236}">
                <a16:creationId xmlns:a16="http://schemas.microsoft.com/office/drawing/2014/main" id="{94B4E793-B132-4483-A091-74F024DCC9C0}"/>
              </a:ext>
            </a:extLst>
          </p:cNvPr>
          <p:cNvGrpSpPr>
            <a:grpSpLocks noChangeAspect="1"/>
          </p:cNvGrpSpPr>
          <p:nvPr userDrawn="1"/>
        </p:nvGrpSpPr>
        <p:grpSpPr bwMode="auto">
          <a:xfrm>
            <a:off x="10539492" y="6305176"/>
            <a:ext cx="1149588" cy="267392"/>
            <a:chOff x="3618" y="2108"/>
            <a:chExt cx="589" cy="137"/>
          </a:xfrm>
          <a:solidFill>
            <a:schemeClr val="bg1"/>
          </a:solidFill>
        </p:grpSpPr>
        <p:sp>
          <p:nvSpPr>
            <p:cNvPr id="15" name="Freeform 52">
              <a:extLst>
                <a:ext uri="{FF2B5EF4-FFF2-40B4-BE49-F238E27FC236}">
                  <a16:creationId xmlns:a16="http://schemas.microsoft.com/office/drawing/2014/main" id="{D04669F7-5824-4611-92B8-DDD47C0679CD}"/>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7" name="Freeform 53">
              <a:extLst>
                <a:ext uri="{FF2B5EF4-FFF2-40B4-BE49-F238E27FC236}">
                  <a16:creationId xmlns:a16="http://schemas.microsoft.com/office/drawing/2014/main" id="{C97B7C5C-71EC-4BEF-B78E-96031C56B6D9}"/>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8" name="Freeform 54">
              <a:extLst>
                <a:ext uri="{FF2B5EF4-FFF2-40B4-BE49-F238E27FC236}">
                  <a16:creationId xmlns:a16="http://schemas.microsoft.com/office/drawing/2014/main" id="{12AD8BEB-F20D-458A-9B7C-D0D242656367}"/>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9" name="Freeform 55">
              <a:extLst>
                <a:ext uri="{FF2B5EF4-FFF2-40B4-BE49-F238E27FC236}">
                  <a16:creationId xmlns:a16="http://schemas.microsoft.com/office/drawing/2014/main" id="{1E2E8520-178B-4FC2-83AF-D20B9B830C53}"/>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0" name="Freeform 56">
              <a:extLst>
                <a:ext uri="{FF2B5EF4-FFF2-40B4-BE49-F238E27FC236}">
                  <a16:creationId xmlns:a16="http://schemas.microsoft.com/office/drawing/2014/main" id="{625FDC1F-D8B9-48BF-A148-80BD52787A25}"/>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1" name="Freeform 57">
              <a:extLst>
                <a:ext uri="{FF2B5EF4-FFF2-40B4-BE49-F238E27FC236}">
                  <a16:creationId xmlns:a16="http://schemas.microsoft.com/office/drawing/2014/main" id="{E75676B5-6679-4E77-A98B-0DDDC16D6211}"/>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2" name="Freeform 58">
              <a:extLst>
                <a:ext uri="{FF2B5EF4-FFF2-40B4-BE49-F238E27FC236}">
                  <a16:creationId xmlns:a16="http://schemas.microsoft.com/office/drawing/2014/main" id="{75184782-CD02-44CD-A624-8C0D5185BC90}"/>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3" name="Freeform 59">
              <a:extLst>
                <a:ext uri="{FF2B5EF4-FFF2-40B4-BE49-F238E27FC236}">
                  <a16:creationId xmlns:a16="http://schemas.microsoft.com/office/drawing/2014/main" id="{0EEC35CD-3753-4537-9102-35F24686C04B}"/>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cxnSp>
        <p:nvCxnSpPr>
          <p:cNvPr id="24" name="Straight Connector 23">
            <a:extLst>
              <a:ext uri="{FF2B5EF4-FFF2-40B4-BE49-F238E27FC236}">
                <a16:creationId xmlns:a16="http://schemas.microsoft.com/office/drawing/2014/main" id="{C1B62307-C524-425E-B5A4-39951E34AC50}"/>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25" name="Footer Placeholder 4">
            <a:extLst>
              <a:ext uri="{FF2B5EF4-FFF2-40B4-BE49-F238E27FC236}">
                <a16:creationId xmlns:a16="http://schemas.microsoft.com/office/drawing/2014/main" id="{8D16AB86-9F9C-4479-91F4-CAB373664200}"/>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27896697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ullets option - Right">
    <p:bg>
      <p:bgPr>
        <a:solidFill>
          <a:schemeClr val="accent4"/>
        </a:solidFill>
        <a:effectLst/>
      </p:bgPr>
    </p:bg>
    <p:spTree>
      <p:nvGrpSpPr>
        <p:cNvPr id="1" name=""/>
        <p:cNvGrpSpPr/>
        <p:nvPr/>
      </p:nvGrpSpPr>
      <p:grpSpPr>
        <a:xfrm>
          <a:off x="0" y="0"/>
          <a:ext cx="0" cy="0"/>
          <a:chOff x="0" y="0"/>
          <a:chExt cx="0" cy="0"/>
        </a:xfrm>
      </p:grpSpPr>
      <p:sp>
        <p:nvSpPr>
          <p:cNvPr id="25" name="Picture Placeholder 3">
            <a:extLst>
              <a:ext uri="{FF2B5EF4-FFF2-40B4-BE49-F238E27FC236}">
                <a16:creationId xmlns:a16="http://schemas.microsoft.com/office/drawing/2014/main" id="{D4CC73BB-D63B-4BD1-8625-C64E5E23496B}"/>
              </a:ext>
            </a:extLst>
          </p:cNvPr>
          <p:cNvSpPr>
            <a:spLocks noGrp="1"/>
          </p:cNvSpPr>
          <p:nvPr>
            <p:ph type="pic" sz="quarter" idx="15" hasCustomPrompt="1"/>
          </p:nvPr>
        </p:nvSpPr>
        <p:spPr>
          <a:xfrm>
            <a:off x="0" y="0"/>
            <a:ext cx="5963920" cy="6879600"/>
          </a:xfrm>
          <a:prstGeom prst="rect">
            <a:avLst/>
          </a:prstGeom>
          <a:solidFill>
            <a:schemeClr val="tx1">
              <a:alpha val="10000"/>
            </a:schemeClr>
          </a:solidFill>
          <a:ln>
            <a:noFill/>
          </a:ln>
        </p:spPr>
        <p:txBody>
          <a:bodyPr anchor="ctr"/>
          <a:lstStyle>
            <a:lvl1pPr marL="0" indent="0" algn="ctr">
              <a:buNone/>
              <a:defRPr sz="2000">
                <a:solidFill>
                  <a:schemeClr val="bg1"/>
                </a:solidFill>
                <a:latin typeface="Calibri" panose="020F0502020204030204" pitchFamily="34" charset="0"/>
                <a:cs typeface="Calibri" panose="020F0502020204030204" pitchFamily="34" charset="0"/>
              </a:defRPr>
            </a:lvl1pPr>
          </a:lstStyle>
          <a:p>
            <a:r>
              <a:rPr lang="en-GB" dirty="0"/>
              <a:t>Click icon to Insert Image</a:t>
            </a:r>
          </a:p>
        </p:txBody>
      </p:sp>
      <p:sp>
        <p:nvSpPr>
          <p:cNvPr id="9" name="Rectangle 8">
            <a:extLst>
              <a:ext uri="{FF2B5EF4-FFF2-40B4-BE49-F238E27FC236}">
                <a16:creationId xmlns:a16="http://schemas.microsoft.com/office/drawing/2014/main" id="{EF4248B4-3368-4A6B-BE1E-E981B5F043DD}"/>
              </a:ext>
            </a:extLst>
          </p:cNvPr>
          <p:cNvSpPr/>
          <p:nvPr userDrawn="1"/>
        </p:nvSpPr>
        <p:spPr>
          <a:xfrm>
            <a:off x="5963920" y="0"/>
            <a:ext cx="6228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6336792" y="587361"/>
            <a:ext cx="5349240" cy="804198"/>
          </a:xfrm>
        </p:spPr>
        <p:txBody>
          <a:bodyPr anchor="ctr">
            <a:normAutofit/>
          </a:bodyPr>
          <a:lstStyle>
            <a:lvl1pPr>
              <a:lnSpc>
                <a:spcPct val="90000"/>
              </a:lnSpc>
              <a:defRPr sz="3600" b="0">
                <a:solidFill>
                  <a:schemeClr val="bg1"/>
                </a:solidFill>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6336792" y="1929384"/>
            <a:ext cx="5349240" cy="4169664"/>
          </a:xfrm>
        </p:spPr>
        <p:txBody>
          <a:bodyPr>
            <a:noAutofit/>
          </a:bodyPr>
          <a:lstStyle>
            <a:lvl1pPr marL="301752">
              <a:defRPr sz="2300">
                <a:solidFill>
                  <a:schemeClr val="bg1"/>
                </a:solidFill>
                <a:latin typeface="Calibri" panose="020F0502020204030204" pitchFamily="34" charset="0"/>
                <a:cs typeface="Calibri" panose="020F0502020204030204" pitchFamily="34" charset="0"/>
              </a:defRPr>
            </a:lvl1pPr>
            <a:lvl2pPr marL="594360">
              <a:defRPr>
                <a:solidFill>
                  <a:schemeClr val="bg1"/>
                </a:solidFill>
                <a:latin typeface="Calibri" panose="020F0502020204030204" pitchFamily="34" charset="0"/>
                <a:cs typeface="Calibri" panose="020F0502020204030204" pitchFamily="34" charset="0"/>
              </a:defRPr>
            </a:lvl2pPr>
            <a:lvl3pPr marL="886968">
              <a:defRPr>
                <a:solidFill>
                  <a:schemeClr val="bg1"/>
                </a:solidFill>
                <a:latin typeface="Calibri" panose="020F0502020204030204" pitchFamily="34" charset="0"/>
                <a:cs typeface="Calibri" panose="020F0502020204030204" pitchFamily="34" charset="0"/>
              </a:defRPr>
            </a:lvl3pPr>
            <a:lvl4pPr marL="1170432">
              <a:defRPr>
                <a:solidFill>
                  <a:schemeClr val="bg1"/>
                </a:solidFill>
                <a:latin typeface="Calibri" panose="020F0502020204030204" pitchFamily="34" charset="0"/>
                <a:cs typeface="Calibri" panose="020F0502020204030204" pitchFamily="34" charset="0"/>
              </a:defRPr>
            </a:lvl4pPr>
            <a:lvl5pPr marL="1463040">
              <a:defRPr>
                <a:solidFill>
                  <a:schemeClr val="bg1"/>
                </a:solidFill>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cxnSp>
        <p:nvCxnSpPr>
          <p:cNvPr id="26" name="Straight Connector 25">
            <a:extLst>
              <a:ext uri="{FF2B5EF4-FFF2-40B4-BE49-F238E27FC236}">
                <a16:creationId xmlns:a16="http://schemas.microsoft.com/office/drawing/2014/main" id="{9FF67D68-FDB1-4739-B32D-5DC25788E2F6}"/>
              </a:ext>
            </a:extLst>
          </p:cNvPr>
          <p:cNvCxnSpPr>
            <a:cxnSpLocks/>
          </p:cNvCxnSpPr>
          <p:nvPr userDrawn="1"/>
        </p:nvCxnSpPr>
        <p:spPr>
          <a:xfrm>
            <a:off x="6373368" y="452090"/>
            <a:ext cx="914400" cy="0"/>
          </a:xfrm>
          <a:prstGeom prst="line">
            <a:avLst/>
          </a:prstGeom>
          <a:ln w="28575">
            <a:gradFill>
              <a:gsLst>
                <a:gs pos="0">
                  <a:schemeClr val="accent5"/>
                </a:gs>
                <a:gs pos="100000">
                  <a:schemeClr val="accent3"/>
                </a:gs>
              </a:gsLst>
              <a:lin ang="0" scaled="0"/>
            </a:gradFill>
          </a:ln>
        </p:spPr>
        <p:style>
          <a:lnRef idx="1">
            <a:schemeClr val="accent4"/>
          </a:lnRef>
          <a:fillRef idx="0">
            <a:schemeClr val="accent4"/>
          </a:fillRef>
          <a:effectRef idx="0">
            <a:schemeClr val="accent4"/>
          </a:effectRef>
          <a:fontRef idx="minor">
            <a:schemeClr val="tx1"/>
          </a:fontRef>
        </p:style>
      </p:cxnSp>
      <p:sp>
        <p:nvSpPr>
          <p:cNvPr id="24" name="TextBox 23">
            <a:extLst>
              <a:ext uri="{FF2B5EF4-FFF2-40B4-BE49-F238E27FC236}">
                <a16:creationId xmlns:a16="http://schemas.microsoft.com/office/drawing/2014/main" id="{E344F8AE-54DE-451A-9845-82FF05FEF585}"/>
              </a:ext>
            </a:extLst>
          </p:cNvPr>
          <p:cNvSpPr txBox="1"/>
          <p:nvPr userDrawn="1"/>
        </p:nvSpPr>
        <p:spPr>
          <a:xfrm>
            <a:off x="0" y="6957236"/>
            <a:ext cx="5976209" cy="707886"/>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Adding an image to the rectangular frame (recommended):</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either a “Micro” view image or a People image, available via folders of the same names in the image library.) </a:t>
            </a:r>
            <a:r>
              <a:rPr lang="en-GB" sz="1000" b="0" dirty="0">
                <a:solidFill>
                  <a:schemeClr val="tx1">
                    <a:lumMod val="85000"/>
                    <a:lumOff val="15000"/>
                  </a:schemeClr>
                </a:solidFill>
                <a:latin typeface="Calibri" panose="020F0502020204030204" pitchFamily="34" charset="0"/>
                <a:cs typeface="Calibri" panose="020F0502020204030204" pitchFamily="34" charset="0"/>
              </a:rPr>
              <a:t>Click the image icon to insert image, then Send to Back.</a:t>
            </a:r>
            <a:endParaRPr lang="en-GB" sz="1000" dirty="0">
              <a:solidFill>
                <a:schemeClr val="tx1">
                  <a:lumMod val="85000"/>
                  <a:lumOff val="15000"/>
                </a:schemeClr>
              </a:solidFill>
              <a:latin typeface="Calibri" panose="020F0502020204030204" pitchFamily="34" charset="0"/>
              <a:cs typeface="Calibri" panose="020F0502020204030204" pitchFamily="34" charset="0"/>
            </a:endParaRPr>
          </a:p>
        </p:txBody>
      </p:sp>
      <p:sp>
        <p:nvSpPr>
          <p:cNvPr id="23" name="Text Placeholder 7">
            <a:extLst>
              <a:ext uri="{FF2B5EF4-FFF2-40B4-BE49-F238E27FC236}">
                <a16:creationId xmlns:a16="http://schemas.microsoft.com/office/drawing/2014/main" id="{62FB9851-598D-4A05-8FBA-930C720FCC8A}"/>
              </a:ext>
            </a:extLst>
          </p:cNvPr>
          <p:cNvSpPr>
            <a:spLocks noGrp="1"/>
          </p:cNvSpPr>
          <p:nvPr>
            <p:ph type="body" sz="quarter" idx="13" hasCustomPrompt="1"/>
          </p:nvPr>
        </p:nvSpPr>
        <p:spPr>
          <a:xfrm>
            <a:off x="6336792" y="1426463"/>
            <a:ext cx="5349240"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grpSp>
        <p:nvGrpSpPr>
          <p:cNvPr id="27" name="Group 51">
            <a:extLst>
              <a:ext uri="{FF2B5EF4-FFF2-40B4-BE49-F238E27FC236}">
                <a16:creationId xmlns:a16="http://schemas.microsoft.com/office/drawing/2014/main" id="{3A53ED04-EA7F-4079-A8F5-2670BF694939}"/>
              </a:ext>
            </a:extLst>
          </p:cNvPr>
          <p:cNvGrpSpPr>
            <a:grpSpLocks noChangeAspect="1"/>
          </p:cNvGrpSpPr>
          <p:nvPr userDrawn="1"/>
        </p:nvGrpSpPr>
        <p:grpSpPr bwMode="auto">
          <a:xfrm>
            <a:off x="10539492" y="6305176"/>
            <a:ext cx="1149588" cy="267392"/>
            <a:chOff x="3618" y="2108"/>
            <a:chExt cx="589" cy="137"/>
          </a:xfrm>
          <a:solidFill>
            <a:schemeClr val="bg1"/>
          </a:solidFill>
        </p:grpSpPr>
        <p:sp>
          <p:nvSpPr>
            <p:cNvPr id="28" name="Freeform 52">
              <a:extLst>
                <a:ext uri="{FF2B5EF4-FFF2-40B4-BE49-F238E27FC236}">
                  <a16:creationId xmlns:a16="http://schemas.microsoft.com/office/drawing/2014/main" id="{C5590661-82B2-440A-AC8E-C62CC84931C6}"/>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9" name="Freeform 53">
              <a:extLst>
                <a:ext uri="{FF2B5EF4-FFF2-40B4-BE49-F238E27FC236}">
                  <a16:creationId xmlns:a16="http://schemas.microsoft.com/office/drawing/2014/main" id="{8A48B060-E515-4F87-A418-D1AB876EA06A}"/>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0" name="Freeform 54">
              <a:extLst>
                <a:ext uri="{FF2B5EF4-FFF2-40B4-BE49-F238E27FC236}">
                  <a16:creationId xmlns:a16="http://schemas.microsoft.com/office/drawing/2014/main" id="{2626B86B-12DC-4FAC-9417-465C49E99CDF}"/>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1" name="Freeform 55">
              <a:extLst>
                <a:ext uri="{FF2B5EF4-FFF2-40B4-BE49-F238E27FC236}">
                  <a16:creationId xmlns:a16="http://schemas.microsoft.com/office/drawing/2014/main" id="{D514EFCE-CB79-4462-BD80-34FD85DA32B9}"/>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2" name="Freeform 56">
              <a:extLst>
                <a:ext uri="{FF2B5EF4-FFF2-40B4-BE49-F238E27FC236}">
                  <a16:creationId xmlns:a16="http://schemas.microsoft.com/office/drawing/2014/main" id="{36619D0D-2707-4921-A75C-47D577D6074A}"/>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3" name="Freeform 57">
              <a:extLst>
                <a:ext uri="{FF2B5EF4-FFF2-40B4-BE49-F238E27FC236}">
                  <a16:creationId xmlns:a16="http://schemas.microsoft.com/office/drawing/2014/main" id="{71E33250-1456-47A0-B070-436C6F60A0EF}"/>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4" name="Freeform 58">
              <a:extLst>
                <a:ext uri="{FF2B5EF4-FFF2-40B4-BE49-F238E27FC236}">
                  <a16:creationId xmlns:a16="http://schemas.microsoft.com/office/drawing/2014/main" id="{C25CB005-5B6E-4AB0-B0D4-D2D34DFCD7DA}"/>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5" name="Freeform 59">
              <a:extLst>
                <a:ext uri="{FF2B5EF4-FFF2-40B4-BE49-F238E27FC236}">
                  <a16:creationId xmlns:a16="http://schemas.microsoft.com/office/drawing/2014/main" id="{6868E1F9-135E-4F29-98C8-A268B5738C3C}"/>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20" name="Footer Placeholder 4">
            <a:extLst>
              <a:ext uri="{FF2B5EF4-FFF2-40B4-BE49-F238E27FC236}">
                <a16:creationId xmlns:a16="http://schemas.microsoft.com/office/drawing/2014/main" id="{0F1BDC65-D00A-4F2C-990F-CF0088989299}"/>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42891331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0" y="587361"/>
            <a:ext cx="1118508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504000" y="1929384"/>
            <a:ext cx="5349240" cy="4169664"/>
          </a:xfrm>
        </p:spPr>
        <p:txBody>
          <a:bodyPr>
            <a:noAutofit/>
          </a:bodyPr>
          <a:lstStyle>
            <a:lvl1pPr marL="301752">
              <a:defRPr sz="2300">
                <a:latin typeface="Calibri" panose="020F0502020204030204" pitchFamily="34" charset="0"/>
                <a:cs typeface="Calibri" panose="020F0502020204030204" pitchFamily="34" charset="0"/>
              </a:defRPr>
            </a:lvl1pPr>
            <a:lvl2pPr marL="594360">
              <a:defRPr>
                <a:latin typeface="Calibri" panose="020F0502020204030204" pitchFamily="34" charset="0"/>
                <a:cs typeface="Calibri" panose="020F0502020204030204" pitchFamily="34" charset="0"/>
              </a:defRPr>
            </a:lvl2pPr>
            <a:lvl3pPr marL="886968">
              <a:defRPr>
                <a:latin typeface="Calibri" panose="020F0502020204030204" pitchFamily="34" charset="0"/>
                <a:cs typeface="Calibri" panose="020F0502020204030204" pitchFamily="34" charset="0"/>
              </a:defRPr>
            </a:lvl3pPr>
            <a:lvl4pPr marL="1170432">
              <a:defRPr>
                <a:latin typeface="Calibri" panose="020F0502020204030204" pitchFamily="34" charset="0"/>
                <a:cs typeface="Calibri" panose="020F0502020204030204" pitchFamily="34" charset="0"/>
              </a:defRPr>
            </a:lvl4pPr>
            <a:lvl5pPr marL="1463040">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5" name="Content Placeholder 4">
            <a:extLst>
              <a:ext uri="{FF2B5EF4-FFF2-40B4-BE49-F238E27FC236}">
                <a16:creationId xmlns:a16="http://schemas.microsoft.com/office/drawing/2014/main" id="{57A88F4B-DE59-4C45-B159-4F58C23B5474}"/>
              </a:ext>
            </a:extLst>
          </p:cNvPr>
          <p:cNvSpPr>
            <a:spLocks noGrp="1"/>
          </p:cNvSpPr>
          <p:nvPr>
            <p:ph sz="quarter" idx="14"/>
          </p:nvPr>
        </p:nvSpPr>
        <p:spPr>
          <a:xfrm>
            <a:off x="6336810" y="1929384"/>
            <a:ext cx="5349240" cy="4169664"/>
          </a:xfrm>
        </p:spPr>
        <p:txBody>
          <a:bodyPr/>
          <a:lstStyle>
            <a:lvl1pPr marL="301752">
              <a:defRPr sz="2300">
                <a:latin typeface="Calibri" panose="020F0502020204030204" pitchFamily="34" charset="0"/>
                <a:cs typeface="Calibri" panose="020F0502020204030204" pitchFamily="34" charset="0"/>
              </a:defRPr>
            </a:lvl1pPr>
            <a:lvl2pPr marL="594360">
              <a:defRPr>
                <a:latin typeface="Calibri" panose="020F0502020204030204" pitchFamily="34" charset="0"/>
                <a:cs typeface="Calibri" panose="020F0502020204030204" pitchFamily="34" charset="0"/>
              </a:defRPr>
            </a:lvl2pPr>
            <a:lvl3pPr marL="886968">
              <a:defRPr>
                <a:latin typeface="Calibri" panose="020F0502020204030204" pitchFamily="34" charset="0"/>
                <a:cs typeface="Calibri" panose="020F0502020204030204" pitchFamily="34" charset="0"/>
              </a:defRPr>
            </a:lvl3pPr>
            <a:lvl4pPr marL="1170432">
              <a:defRPr>
                <a:latin typeface="Calibri" panose="020F0502020204030204" pitchFamily="34" charset="0"/>
                <a:cs typeface="Calibri" panose="020F0502020204030204" pitchFamily="34" charset="0"/>
              </a:defRPr>
            </a:lvl4pPr>
            <a:lvl5pPr marL="1463040">
              <a:defRPr>
                <a:latin typeface="Calibri" panose="020F0502020204030204" pitchFamily="34" charset="0"/>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769A9AF6-32DA-41E1-A4B4-2F9A617520C4}"/>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cxnSp>
        <p:nvCxnSpPr>
          <p:cNvPr id="9" name="Straight Connector 8">
            <a:extLst>
              <a:ext uri="{FF2B5EF4-FFF2-40B4-BE49-F238E27FC236}">
                <a16:creationId xmlns:a16="http://schemas.microsoft.com/office/drawing/2014/main" id="{C118F195-5930-4C80-AFB2-9E1ECEBD4D14}"/>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2483474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0" y="587361"/>
            <a:ext cx="1118508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3" name="Content Placeholder 2"/>
          <p:cNvSpPr>
            <a:spLocks noGrp="1"/>
          </p:cNvSpPr>
          <p:nvPr>
            <p:ph idx="1"/>
          </p:nvPr>
        </p:nvSpPr>
        <p:spPr>
          <a:xfrm>
            <a:off x="504000" y="1929384"/>
            <a:ext cx="3560000" cy="4169664"/>
          </a:xfrm>
        </p:spPr>
        <p:txBody>
          <a:bodyPr>
            <a:noAutofit/>
          </a:bodyPr>
          <a:lstStyle>
            <a:lvl1pPr marL="301752">
              <a:defRPr sz="2300">
                <a:latin typeface="Calibri" panose="020F0502020204030204" pitchFamily="34" charset="0"/>
                <a:cs typeface="Calibri" panose="020F0502020204030204" pitchFamily="34" charset="0"/>
              </a:defRPr>
            </a:lvl1pPr>
            <a:lvl2pPr marL="594360">
              <a:defRPr>
                <a:latin typeface="Calibri" panose="020F0502020204030204" pitchFamily="34" charset="0"/>
                <a:cs typeface="Calibri" panose="020F0502020204030204" pitchFamily="34" charset="0"/>
              </a:defRPr>
            </a:lvl2pPr>
            <a:lvl3pPr marL="868680">
              <a:defRPr lang="en-US" sz="1600" kern="1200" dirty="0">
                <a:solidFill>
                  <a:schemeClr val="bg1"/>
                </a:solidFill>
                <a:latin typeface="Calibri" panose="020F0502020204030204" pitchFamily="34" charset="0"/>
                <a:ea typeface="+mn-ea"/>
                <a:cs typeface="Calibri" panose="020F0502020204030204" pitchFamily="34" charset="0"/>
              </a:defRPr>
            </a:lvl3pPr>
            <a:lvl4pPr marL="1170432">
              <a:defRPr>
                <a:latin typeface="Calibri" panose="020F0502020204030204" pitchFamily="34" charset="0"/>
                <a:cs typeface="Calibri" panose="020F0502020204030204" pitchFamily="34" charset="0"/>
              </a:defRPr>
            </a:lvl4pPr>
            <a:lvl5pPr marL="1463040">
              <a:defRPr>
                <a:latin typeface="Calibri" panose="020F0502020204030204" pitchFamily="34" charset="0"/>
                <a:cs typeface="Calibri" panose="020F0502020204030204" pitchFamily="34" charset="0"/>
              </a:defRPr>
            </a:lvl5pPr>
            <a:lvl6pPr marL="1725750" indent="-285750">
              <a:buFont typeface="Arial" panose="020B0604020202020204" pitchFamily="34" charset="0"/>
              <a:buChar char="▲"/>
              <a:defRPr/>
            </a:lvl6pPr>
            <a:lvl7pPr>
              <a:defRPr/>
            </a:lvl7pPr>
            <a:lvl8pPr>
              <a:defRPr/>
            </a:lvl8pPr>
          </a:lstStyle>
          <a:p>
            <a:pPr lvl="0"/>
            <a:r>
              <a:rPr lang="en-US"/>
              <a:t>Edit Master text styles</a:t>
            </a:r>
          </a:p>
          <a:p>
            <a:pPr lvl="1"/>
            <a:r>
              <a:rPr lang="en-US"/>
              <a:t>Second level</a:t>
            </a:r>
          </a:p>
          <a:p>
            <a:pPr marL="886968" lvl="2"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pPr>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597011DC-5F28-44D8-A768-2580130B28CB}"/>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16" name="Slide Number Placeholder 5">
            <a:extLst>
              <a:ext uri="{FF2B5EF4-FFF2-40B4-BE49-F238E27FC236}">
                <a16:creationId xmlns:a16="http://schemas.microsoft.com/office/drawing/2014/main" id="{8667BC5A-F44E-4BA6-A4AE-D60201445E9B}"/>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5" name="Content Placeholder 4">
            <a:extLst>
              <a:ext uri="{FF2B5EF4-FFF2-40B4-BE49-F238E27FC236}">
                <a16:creationId xmlns:a16="http://schemas.microsoft.com/office/drawing/2014/main" id="{57A88F4B-DE59-4C45-B159-4F58C23B5474}"/>
              </a:ext>
            </a:extLst>
          </p:cNvPr>
          <p:cNvSpPr>
            <a:spLocks noGrp="1"/>
          </p:cNvSpPr>
          <p:nvPr>
            <p:ph sz="quarter" idx="14"/>
          </p:nvPr>
        </p:nvSpPr>
        <p:spPr>
          <a:xfrm>
            <a:off x="4315460" y="1929384"/>
            <a:ext cx="3561080" cy="4169664"/>
          </a:xfrm>
        </p:spPr>
        <p:txBody>
          <a:bodyPr/>
          <a:lstStyle>
            <a:lvl1pPr marL="301752">
              <a:defRPr sz="2300">
                <a:latin typeface="Calibri" panose="020F0502020204030204" pitchFamily="34" charset="0"/>
                <a:cs typeface="Calibri" panose="020F0502020204030204" pitchFamily="34" charset="0"/>
              </a:defRPr>
            </a:lvl1pPr>
            <a:lvl2pPr marL="594360">
              <a:defRPr>
                <a:latin typeface="Calibri" panose="020F0502020204030204" pitchFamily="34" charset="0"/>
                <a:cs typeface="Calibri" panose="020F0502020204030204" pitchFamily="34" charset="0"/>
              </a:defRPr>
            </a:lvl2pPr>
            <a:lvl3pPr marL="886968">
              <a:defRPr>
                <a:latin typeface="Calibri" panose="020F0502020204030204" pitchFamily="34" charset="0"/>
                <a:cs typeface="Calibri" panose="020F0502020204030204" pitchFamily="34" charset="0"/>
              </a:defRPr>
            </a:lvl3pPr>
            <a:lvl4pPr marL="1170432">
              <a:defRPr>
                <a:latin typeface="Calibri" panose="020F0502020204030204" pitchFamily="34" charset="0"/>
                <a:cs typeface="Calibri" panose="020F0502020204030204" pitchFamily="34" charset="0"/>
              </a:defRPr>
            </a:lvl4pPr>
            <a:lvl5pPr marL="1463040" indent="-287338">
              <a:defRPr lang="en-GB" sz="1600" kern="1200" dirty="0">
                <a:solidFill>
                  <a:schemeClr val="bg1"/>
                </a:solidFill>
                <a:latin typeface="Calibri" panose="020F0502020204030204" pitchFamily="34" charset="0"/>
                <a:ea typeface="+mn-ea"/>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marL="1463040" lvl="4"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pPr>
            <a:r>
              <a:rPr lang="en-US"/>
              <a:t>Fifth level</a:t>
            </a:r>
            <a:endParaRPr lang="en-GB"/>
          </a:p>
        </p:txBody>
      </p:sp>
      <p:sp>
        <p:nvSpPr>
          <p:cNvPr id="38" name="Content Placeholder 4">
            <a:extLst>
              <a:ext uri="{FF2B5EF4-FFF2-40B4-BE49-F238E27FC236}">
                <a16:creationId xmlns:a16="http://schemas.microsoft.com/office/drawing/2014/main" id="{3379CEFD-F123-4DF5-821E-A5EA037AF89F}"/>
              </a:ext>
            </a:extLst>
          </p:cNvPr>
          <p:cNvSpPr>
            <a:spLocks noGrp="1"/>
          </p:cNvSpPr>
          <p:nvPr>
            <p:ph sz="quarter" idx="15"/>
          </p:nvPr>
        </p:nvSpPr>
        <p:spPr>
          <a:xfrm>
            <a:off x="8128000" y="1929384"/>
            <a:ext cx="3561080" cy="4169664"/>
          </a:xfrm>
        </p:spPr>
        <p:txBody>
          <a:bodyPr/>
          <a:lstStyle>
            <a:lvl1pPr marL="301752">
              <a:defRPr sz="2300">
                <a:latin typeface="Calibri" panose="020F0502020204030204" pitchFamily="34" charset="0"/>
                <a:cs typeface="Calibri" panose="020F0502020204030204" pitchFamily="34" charset="0"/>
              </a:defRPr>
            </a:lvl1pPr>
            <a:lvl2pPr marL="594360">
              <a:defRPr>
                <a:latin typeface="Calibri" panose="020F0502020204030204" pitchFamily="34" charset="0"/>
                <a:cs typeface="Calibri" panose="020F0502020204030204" pitchFamily="34" charset="0"/>
              </a:defRPr>
            </a:lvl2pPr>
            <a:lvl3pPr marL="886968">
              <a:defRPr>
                <a:latin typeface="Calibri" panose="020F0502020204030204" pitchFamily="34" charset="0"/>
                <a:cs typeface="Calibri" panose="020F0502020204030204" pitchFamily="34" charset="0"/>
              </a:defRPr>
            </a:lvl3pPr>
            <a:lvl4pPr marL="1170432">
              <a:defRPr>
                <a:latin typeface="Calibri" panose="020F0502020204030204" pitchFamily="34" charset="0"/>
                <a:cs typeface="Calibri" panose="020F0502020204030204" pitchFamily="34" charset="0"/>
              </a:defRPr>
            </a:lvl4pPr>
            <a:lvl5pPr marL="1463040">
              <a:defRPr>
                <a:latin typeface="Calibri" panose="020F0502020204030204" pitchFamily="34" charset="0"/>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7">
            <a:extLst>
              <a:ext uri="{FF2B5EF4-FFF2-40B4-BE49-F238E27FC236}">
                <a16:creationId xmlns:a16="http://schemas.microsoft.com/office/drawing/2014/main" id="{805D3D1A-E666-41D5-AB1D-18B96B9B8F5B}"/>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cxnSp>
        <p:nvCxnSpPr>
          <p:cNvPr id="10" name="Straight Connector 9">
            <a:extLst>
              <a:ext uri="{FF2B5EF4-FFF2-40B4-BE49-F238E27FC236}">
                <a16:creationId xmlns:a16="http://schemas.microsoft.com/office/drawing/2014/main" id="{BE5B0A13-D16E-4A06-95DD-EC4D61DCAD4A}"/>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4823488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Numbered bullets">
    <p:bg>
      <p:bgPr>
        <a:solidFill>
          <a:schemeClr val="accent4"/>
        </a:solidFill>
        <a:effectLst/>
      </p:bgPr>
    </p:bg>
    <p:spTree>
      <p:nvGrpSpPr>
        <p:cNvPr id="1" name=""/>
        <p:cNvGrpSpPr/>
        <p:nvPr/>
      </p:nvGrpSpPr>
      <p:grpSpPr>
        <a:xfrm>
          <a:off x="0" y="0"/>
          <a:ext cx="0" cy="0"/>
          <a:chOff x="0" y="0"/>
          <a:chExt cx="0" cy="0"/>
        </a:xfrm>
      </p:grpSpPr>
      <p:sp>
        <p:nvSpPr>
          <p:cNvPr id="27" name="Picture Placeholder 3">
            <a:extLst>
              <a:ext uri="{FF2B5EF4-FFF2-40B4-BE49-F238E27FC236}">
                <a16:creationId xmlns:a16="http://schemas.microsoft.com/office/drawing/2014/main" id="{1A83C390-AC23-4CF1-919B-6D01AD25F730}"/>
              </a:ext>
            </a:extLst>
          </p:cNvPr>
          <p:cNvSpPr>
            <a:spLocks noGrp="1"/>
          </p:cNvSpPr>
          <p:nvPr>
            <p:ph type="pic" sz="quarter" idx="15" hasCustomPrompt="1"/>
          </p:nvPr>
        </p:nvSpPr>
        <p:spPr>
          <a:xfrm>
            <a:off x="8128000" y="0"/>
            <a:ext cx="4064000" cy="6879600"/>
          </a:xfrm>
          <a:prstGeom prst="rect">
            <a:avLst/>
          </a:prstGeom>
          <a:solidFill>
            <a:schemeClr val="tx1">
              <a:alpha val="10000"/>
            </a:schemeClr>
          </a:solidFill>
          <a:ln>
            <a:noFill/>
          </a:ln>
        </p:spPr>
        <p:txBody>
          <a:bodyPr anchor="ctr"/>
          <a:lstStyle>
            <a:lvl1pPr marL="0" indent="0" algn="ctr">
              <a:buNone/>
              <a:defRPr sz="2000">
                <a:solidFill>
                  <a:schemeClr val="bg1"/>
                </a:solidFill>
                <a:latin typeface="Calibri" panose="020F0502020204030204" pitchFamily="34" charset="0"/>
                <a:cs typeface="Calibri" panose="020F0502020204030204" pitchFamily="34" charset="0"/>
              </a:defRPr>
            </a:lvl1pPr>
          </a:lstStyle>
          <a:p>
            <a:r>
              <a:rPr lang="en-GB" dirty="0"/>
              <a:t>Click icon to Insert Image</a:t>
            </a:r>
          </a:p>
        </p:txBody>
      </p:sp>
      <p:sp>
        <p:nvSpPr>
          <p:cNvPr id="10" name="Rectangle 9">
            <a:extLst>
              <a:ext uri="{FF2B5EF4-FFF2-40B4-BE49-F238E27FC236}">
                <a16:creationId xmlns:a16="http://schemas.microsoft.com/office/drawing/2014/main" id="{6EC430C5-208A-4B32-95FA-70B0A0AF4FF1}"/>
              </a:ext>
            </a:extLst>
          </p:cNvPr>
          <p:cNvSpPr/>
          <p:nvPr userDrawn="1"/>
        </p:nvSpPr>
        <p:spPr>
          <a:xfrm>
            <a:off x="0" y="1"/>
            <a:ext cx="8128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502920" y="1929384"/>
            <a:ext cx="7246270" cy="3659219"/>
          </a:xfrm>
        </p:spPr>
        <p:txBody>
          <a:bodyPr>
            <a:noAutofit/>
          </a:bodyPr>
          <a:lstStyle>
            <a:lvl1pPr marL="301752" indent="-283464">
              <a:spcBef>
                <a:spcPts val="400"/>
              </a:spcBef>
              <a:buClr>
                <a:srgbClr val="F70656"/>
              </a:buClr>
              <a:buSzPct val="100000"/>
              <a:buFont typeface="Arial" panose="020B0604020202020204" pitchFamily="34" charset="0"/>
              <a:buChar char="•"/>
              <a:defRPr sz="2300">
                <a:solidFill>
                  <a:schemeClr val="bg1"/>
                </a:solidFill>
                <a:latin typeface="Calibri" panose="020F0502020204030204" pitchFamily="34" charset="0"/>
                <a:cs typeface="Calibri" panose="020F0502020204030204" pitchFamily="34" charset="0"/>
              </a:defRPr>
            </a:lvl1pPr>
            <a:lvl2pPr marL="594360" indent="-283464">
              <a:spcBef>
                <a:spcPts val="400"/>
              </a:spcBef>
              <a:buClr>
                <a:srgbClr val="F70656"/>
              </a:buClr>
              <a:buFont typeface="Arial" panose="020B0604020202020204" pitchFamily="34" charset="0"/>
              <a:buChar char="•"/>
              <a:defRPr>
                <a:solidFill>
                  <a:schemeClr val="bg1"/>
                </a:solidFill>
                <a:latin typeface="Calibri" panose="020F0502020204030204" pitchFamily="34" charset="0"/>
                <a:cs typeface="Calibri" panose="020F0502020204030204" pitchFamily="34" charset="0"/>
              </a:defRPr>
            </a:lvl2pPr>
            <a:lvl3pPr marL="877824" indent="-283464">
              <a:spcBef>
                <a:spcPts val="400"/>
              </a:spcBef>
              <a:spcAft>
                <a:spcPts val="600"/>
              </a:spcAft>
              <a:buClr>
                <a:srgbClr val="F70656"/>
              </a:buClr>
              <a:buSzPct val="100000"/>
              <a:buFont typeface="Arial" panose="020B0604020202020204" pitchFamily="34" charset="0"/>
              <a:buChar char="•"/>
              <a:defRPr>
                <a:solidFill>
                  <a:schemeClr val="bg1"/>
                </a:solidFill>
                <a:latin typeface="Calibri" panose="020F0502020204030204" pitchFamily="34" charset="0"/>
                <a:cs typeface="Calibri" panose="020F0502020204030204" pitchFamily="34" charset="0"/>
              </a:defRPr>
            </a:lvl3pPr>
            <a:lvl4pPr marL="1170432" indent="-283464">
              <a:spcBef>
                <a:spcPts val="400"/>
              </a:spcBef>
              <a:spcAft>
                <a:spcPts val="600"/>
              </a:spcAft>
              <a:buClr>
                <a:srgbClr val="F70656"/>
              </a:buClr>
              <a:buFont typeface="Arial" panose="020B0604020202020204" pitchFamily="34" charset="0"/>
              <a:buChar char="•"/>
              <a:defRPr>
                <a:solidFill>
                  <a:schemeClr val="bg1"/>
                </a:solidFill>
                <a:latin typeface="Calibri" panose="020F0502020204030204" pitchFamily="34" charset="0"/>
                <a:cs typeface="Calibri" panose="020F0502020204030204" pitchFamily="34" charset="0"/>
              </a:defRPr>
            </a:lvl4pPr>
            <a:lvl5pPr marL="1463040" indent="-283464">
              <a:spcBef>
                <a:spcPts val="400"/>
              </a:spcBef>
              <a:spcAft>
                <a:spcPts val="600"/>
              </a:spcAft>
              <a:buClr>
                <a:srgbClr val="F70656"/>
              </a:buClr>
              <a:buFont typeface="Arial" panose="020B0604020202020204" pitchFamily="34" charset="0"/>
              <a:buChar char="•"/>
              <a:defRPr>
                <a:solidFill>
                  <a:schemeClr val="bg1"/>
                </a:solidFill>
                <a:latin typeface="Calibri" panose="020F0502020204030204" pitchFamily="34" charset="0"/>
                <a:cs typeface="Calibri" panose="020F0502020204030204" pitchFamily="34" charset="0"/>
              </a:defRPr>
            </a:lvl5pPr>
            <a:lvl6pPr marL="1728000" indent="-288000">
              <a:spcBef>
                <a:spcPts val="200"/>
              </a:spcBef>
              <a:buFont typeface="Arial" panose="020B0604020202020204" pitchFamily="34" charset="0"/>
              <a:buChar char="▲"/>
              <a:defRPr>
                <a:solidFill>
                  <a:schemeClr val="accent2"/>
                </a:solidFill>
              </a:defRPr>
            </a:lvl6pPr>
            <a:lvl7pPr marL="2016000" indent="-288000">
              <a:spcBef>
                <a:spcPts val="200"/>
              </a:spcBef>
              <a:buFont typeface="Arial" panose="020B0604020202020204" pitchFamily="34" charset="0"/>
              <a:buChar char="▲"/>
              <a:defRPr>
                <a:solidFill>
                  <a:schemeClr val="accent2"/>
                </a:solidFill>
              </a:defRPr>
            </a:lvl7pPr>
            <a:lvl8pPr marL="2304000" indent="-288000">
              <a:spcBef>
                <a:spcPts val="200"/>
              </a:spcBef>
              <a:buFont typeface="Arial" panose="020B0604020202020204" pitchFamily="34" charset="0"/>
              <a:buChar char="▲"/>
              <a:defRPr>
                <a:solidFill>
                  <a:schemeClr val="accent2"/>
                </a:solidFill>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504000" y="5665258"/>
            <a:ext cx="7246270" cy="433790"/>
          </a:xfrm>
        </p:spPr>
        <p:txBody>
          <a:bodyPr anchor="b">
            <a:noAutofit/>
          </a:bodyPr>
          <a:lstStyle>
            <a:lvl1pPr marL="0" indent="0">
              <a:lnSpc>
                <a:spcPts val="1200"/>
              </a:lnSpc>
              <a:spcAft>
                <a:spcPts val="0"/>
              </a:spcAft>
              <a:buNone/>
              <a:defRPr sz="1000" b="0" cap="none" baseline="0">
                <a:solidFill>
                  <a:schemeClr val="bg1"/>
                </a:solidFill>
                <a:latin typeface="Calibri" panose="020F0502020204030204" pitchFamily="34" charset="0"/>
                <a:cs typeface="Calibri" panose="020F0502020204030204" pitchFamily="34" charset="0"/>
              </a:defRPr>
            </a:lvl1pPr>
          </a:lstStyle>
          <a:p>
            <a:pPr lvl="0"/>
            <a:r>
              <a:rPr lang="en-US"/>
              <a:t>Insert Reference, Source or Caption text</a:t>
            </a:r>
          </a:p>
        </p:txBody>
      </p:sp>
      <p:sp>
        <p:nvSpPr>
          <p:cNvPr id="17" name="Title 1">
            <a:extLst>
              <a:ext uri="{FF2B5EF4-FFF2-40B4-BE49-F238E27FC236}">
                <a16:creationId xmlns:a16="http://schemas.microsoft.com/office/drawing/2014/main" id="{23311043-2D30-4223-B488-F837CD0C7317}"/>
              </a:ext>
            </a:extLst>
          </p:cNvPr>
          <p:cNvSpPr>
            <a:spLocks noGrp="1"/>
          </p:cNvSpPr>
          <p:nvPr>
            <p:ph type="title" hasCustomPrompt="1"/>
          </p:nvPr>
        </p:nvSpPr>
        <p:spPr>
          <a:xfrm>
            <a:off x="502920" y="588957"/>
            <a:ext cx="7246270" cy="806335"/>
          </a:xfrm>
        </p:spPr>
        <p:txBody>
          <a:bodyPr anchor="ctr">
            <a:normAutofit/>
          </a:bodyPr>
          <a:lstStyle>
            <a:lvl1pPr>
              <a:lnSpc>
                <a:spcPct val="90000"/>
              </a:lnSpc>
              <a:defRPr sz="3600" b="0">
                <a:solidFill>
                  <a:schemeClr val="bg1"/>
                </a:solidFill>
                <a:latin typeface="Calibri" panose="020F0502020204030204" pitchFamily="34" charset="0"/>
                <a:cs typeface="Calibri" panose="020F0502020204030204" pitchFamily="34" charset="0"/>
              </a:defRPr>
            </a:lvl1pPr>
          </a:lstStyle>
          <a:p>
            <a:r>
              <a:rPr lang="en-US"/>
              <a:t>Insert Slide Title</a:t>
            </a:r>
          </a:p>
        </p:txBody>
      </p:sp>
      <p:sp>
        <p:nvSpPr>
          <p:cNvPr id="19" name="Footer Placeholder 4">
            <a:extLst>
              <a:ext uri="{FF2B5EF4-FFF2-40B4-BE49-F238E27FC236}">
                <a16:creationId xmlns:a16="http://schemas.microsoft.com/office/drawing/2014/main" id="{102D9270-702A-48DF-8890-CC27934A2F6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Slide Number Placeholder 5">
            <a:extLst>
              <a:ext uri="{FF2B5EF4-FFF2-40B4-BE49-F238E27FC236}">
                <a16:creationId xmlns:a16="http://schemas.microsoft.com/office/drawing/2014/main" id="{1F43B717-A489-41E2-93A6-35A204CA0733}"/>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26" name="TextBox 25">
            <a:extLst>
              <a:ext uri="{FF2B5EF4-FFF2-40B4-BE49-F238E27FC236}">
                <a16:creationId xmlns:a16="http://schemas.microsoft.com/office/drawing/2014/main" id="{7F206869-C887-40B6-B4AD-00FBCFCB5F2D}"/>
              </a:ext>
            </a:extLst>
          </p:cNvPr>
          <p:cNvSpPr txBox="1"/>
          <p:nvPr userDrawn="1"/>
        </p:nvSpPr>
        <p:spPr>
          <a:xfrm>
            <a:off x="8128000" y="6957236"/>
            <a:ext cx="4064000" cy="1323439"/>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Adding an image to the rectangular frame (recommended):</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a “Macro” view image, available via folders of the same names in the image library.) </a:t>
            </a:r>
            <a:r>
              <a:rPr lang="en-GB" sz="1000" b="0" dirty="0">
                <a:solidFill>
                  <a:schemeClr val="tx1">
                    <a:lumMod val="85000"/>
                    <a:lumOff val="1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tx1">
                  <a:lumMod val="85000"/>
                  <a:lumOff val="15000"/>
                </a:schemeClr>
              </a:solidFill>
              <a:latin typeface="Calibri" panose="020F0502020204030204" pitchFamily="34" charset="0"/>
              <a:cs typeface="Calibri" panose="020F0502020204030204" pitchFamily="34" charset="0"/>
            </a:endParaRPr>
          </a:p>
        </p:txBody>
      </p:sp>
      <p:sp>
        <p:nvSpPr>
          <p:cNvPr id="20" name="Text Placeholder 7">
            <a:extLst>
              <a:ext uri="{FF2B5EF4-FFF2-40B4-BE49-F238E27FC236}">
                <a16:creationId xmlns:a16="http://schemas.microsoft.com/office/drawing/2014/main" id="{D91CC6C5-F7D0-4D0D-A05E-D6BA3C050C75}"/>
              </a:ext>
            </a:extLst>
          </p:cNvPr>
          <p:cNvSpPr>
            <a:spLocks noGrp="1"/>
          </p:cNvSpPr>
          <p:nvPr>
            <p:ph type="body" sz="quarter" idx="13" hasCustomPrompt="1"/>
          </p:nvPr>
        </p:nvSpPr>
        <p:spPr>
          <a:xfrm>
            <a:off x="504000" y="1426463"/>
            <a:ext cx="725119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grpSp>
        <p:nvGrpSpPr>
          <p:cNvPr id="28" name="Group 51">
            <a:extLst>
              <a:ext uri="{FF2B5EF4-FFF2-40B4-BE49-F238E27FC236}">
                <a16:creationId xmlns:a16="http://schemas.microsoft.com/office/drawing/2014/main" id="{361B70CD-7845-4673-8ABE-1847323CCE1D}"/>
              </a:ext>
            </a:extLst>
          </p:cNvPr>
          <p:cNvGrpSpPr>
            <a:grpSpLocks noChangeAspect="1"/>
          </p:cNvGrpSpPr>
          <p:nvPr userDrawn="1"/>
        </p:nvGrpSpPr>
        <p:grpSpPr bwMode="auto">
          <a:xfrm>
            <a:off x="10539492" y="6305176"/>
            <a:ext cx="1149588" cy="267392"/>
            <a:chOff x="3618" y="2108"/>
            <a:chExt cx="589" cy="137"/>
          </a:xfrm>
          <a:solidFill>
            <a:schemeClr val="bg1"/>
          </a:solidFill>
        </p:grpSpPr>
        <p:sp>
          <p:nvSpPr>
            <p:cNvPr id="30" name="Freeform 52">
              <a:extLst>
                <a:ext uri="{FF2B5EF4-FFF2-40B4-BE49-F238E27FC236}">
                  <a16:creationId xmlns:a16="http://schemas.microsoft.com/office/drawing/2014/main" id="{8F2E78F3-DC06-443D-A110-8C291AE9C0CF}"/>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1" name="Freeform 53">
              <a:extLst>
                <a:ext uri="{FF2B5EF4-FFF2-40B4-BE49-F238E27FC236}">
                  <a16:creationId xmlns:a16="http://schemas.microsoft.com/office/drawing/2014/main" id="{9EAA16FB-68A3-4CCA-BE77-A71CDB7C42F0}"/>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2" name="Freeform 54">
              <a:extLst>
                <a:ext uri="{FF2B5EF4-FFF2-40B4-BE49-F238E27FC236}">
                  <a16:creationId xmlns:a16="http://schemas.microsoft.com/office/drawing/2014/main" id="{DD8C9703-C8AC-4915-9DB7-A5A69C366750}"/>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3" name="Freeform 55">
              <a:extLst>
                <a:ext uri="{FF2B5EF4-FFF2-40B4-BE49-F238E27FC236}">
                  <a16:creationId xmlns:a16="http://schemas.microsoft.com/office/drawing/2014/main" id="{9E035F85-64A0-4CC5-ACC1-4B35546997CC}"/>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4" name="Freeform 56">
              <a:extLst>
                <a:ext uri="{FF2B5EF4-FFF2-40B4-BE49-F238E27FC236}">
                  <a16:creationId xmlns:a16="http://schemas.microsoft.com/office/drawing/2014/main" id="{D74E7825-8FD5-4684-8841-25D83770DD7A}"/>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5" name="Freeform 57">
              <a:extLst>
                <a:ext uri="{FF2B5EF4-FFF2-40B4-BE49-F238E27FC236}">
                  <a16:creationId xmlns:a16="http://schemas.microsoft.com/office/drawing/2014/main" id="{9F5BD8AB-1097-45F3-B4FD-4B44AC6E775F}"/>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6" name="Freeform 58">
              <a:extLst>
                <a:ext uri="{FF2B5EF4-FFF2-40B4-BE49-F238E27FC236}">
                  <a16:creationId xmlns:a16="http://schemas.microsoft.com/office/drawing/2014/main" id="{CF2DFAAD-3CDB-451D-BC31-5F328165C9AA}"/>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7" name="Freeform 59">
              <a:extLst>
                <a:ext uri="{FF2B5EF4-FFF2-40B4-BE49-F238E27FC236}">
                  <a16:creationId xmlns:a16="http://schemas.microsoft.com/office/drawing/2014/main" id="{DE8719AD-84DC-4C8E-A475-F67F40CB877D}"/>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cxnSp>
        <p:nvCxnSpPr>
          <p:cNvPr id="23" name="Straight Connector 22">
            <a:extLst>
              <a:ext uri="{FF2B5EF4-FFF2-40B4-BE49-F238E27FC236}">
                <a16:creationId xmlns:a16="http://schemas.microsoft.com/office/drawing/2014/main" id="{1FC51BF8-F4EE-4EBE-98F2-660FFC523449}"/>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24" name="Footer Placeholder 4">
            <a:extLst>
              <a:ext uri="{FF2B5EF4-FFF2-40B4-BE49-F238E27FC236}">
                <a16:creationId xmlns:a16="http://schemas.microsoft.com/office/drawing/2014/main" id="{EAFD4B3C-7083-484A-8F56-D24BD3BCE05C}"/>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41735215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umbered bullets - Right">
    <p:bg>
      <p:bgPr>
        <a:solidFill>
          <a:schemeClr val="accent4"/>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80C38-C376-4835-9433-D9AC78BEE6CF}"/>
              </a:ext>
            </a:extLst>
          </p:cNvPr>
          <p:cNvSpPr/>
          <p:nvPr userDrawn="1"/>
        </p:nvSpPr>
        <p:spPr>
          <a:xfrm>
            <a:off x="4064000" y="0"/>
            <a:ext cx="8128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4441730" y="1929384"/>
            <a:ext cx="7246270" cy="3659219"/>
          </a:xfrm>
        </p:spPr>
        <p:txBody>
          <a:bodyPr>
            <a:noAutofit/>
          </a:bodyPr>
          <a:lstStyle>
            <a:lvl1pPr marL="301752" indent="-283464">
              <a:spcBef>
                <a:spcPts val="400"/>
              </a:spcBef>
              <a:buClr>
                <a:srgbClr val="F70656"/>
              </a:buClr>
              <a:buSzPct val="100000"/>
              <a:buFont typeface="Arial" panose="020B0604020202020204" pitchFamily="34" charset="0"/>
              <a:buChar char="•"/>
              <a:defRPr sz="2300">
                <a:solidFill>
                  <a:schemeClr val="bg1"/>
                </a:solidFill>
                <a:latin typeface="Calibri" panose="020F0502020204030204" pitchFamily="34" charset="0"/>
                <a:cs typeface="Calibri" panose="020F0502020204030204" pitchFamily="34" charset="0"/>
              </a:defRPr>
            </a:lvl1pPr>
            <a:lvl2pPr marL="594360" indent="-283464">
              <a:spcBef>
                <a:spcPts val="400"/>
              </a:spcBef>
              <a:buClr>
                <a:srgbClr val="F70656"/>
              </a:buClr>
              <a:buFont typeface="Arial" panose="020B0604020202020204" pitchFamily="34" charset="0"/>
              <a:buChar char="•"/>
              <a:defRPr>
                <a:solidFill>
                  <a:schemeClr val="bg1"/>
                </a:solidFill>
                <a:latin typeface="Calibri" panose="020F0502020204030204" pitchFamily="34" charset="0"/>
                <a:cs typeface="Calibri" panose="020F0502020204030204" pitchFamily="34" charset="0"/>
              </a:defRPr>
            </a:lvl2pPr>
            <a:lvl3pPr marL="877824" indent="-283464">
              <a:spcBef>
                <a:spcPts val="400"/>
              </a:spcBef>
              <a:spcAft>
                <a:spcPts val="600"/>
              </a:spcAft>
              <a:buClr>
                <a:srgbClr val="F70656"/>
              </a:buClr>
              <a:buSzPct val="100000"/>
              <a:buFont typeface="Arial" panose="020B0604020202020204" pitchFamily="34" charset="0"/>
              <a:buChar char="•"/>
              <a:defRPr>
                <a:solidFill>
                  <a:schemeClr val="bg1"/>
                </a:solidFill>
                <a:latin typeface="Calibri" panose="020F0502020204030204" pitchFamily="34" charset="0"/>
                <a:cs typeface="Calibri" panose="020F0502020204030204" pitchFamily="34" charset="0"/>
              </a:defRPr>
            </a:lvl3pPr>
            <a:lvl4pPr marL="1170432" indent="-283464">
              <a:spcBef>
                <a:spcPts val="400"/>
              </a:spcBef>
              <a:spcAft>
                <a:spcPts val="600"/>
              </a:spcAft>
              <a:buClr>
                <a:srgbClr val="F70656"/>
              </a:buClr>
              <a:buFont typeface="Arial" panose="020B0604020202020204" pitchFamily="34" charset="0"/>
              <a:buChar char="•"/>
              <a:defRPr>
                <a:solidFill>
                  <a:schemeClr val="bg1"/>
                </a:solidFill>
                <a:latin typeface="Calibri" panose="020F0502020204030204" pitchFamily="34" charset="0"/>
                <a:cs typeface="Calibri" panose="020F0502020204030204" pitchFamily="34" charset="0"/>
              </a:defRPr>
            </a:lvl4pPr>
            <a:lvl5pPr marL="1463040" indent="-283464">
              <a:spcBef>
                <a:spcPts val="400"/>
              </a:spcBef>
              <a:spcAft>
                <a:spcPts val="600"/>
              </a:spcAft>
              <a:buClr>
                <a:srgbClr val="F70656"/>
              </a:buClr>
              <a:buFont typeface="Arial" panose="020B0604020202020204" pitchFamily="34" charset="0"/>
              <a:buChar char="•"/>
              <a:defRPr>
                <a:solidFill>
                  <a:schemeClr val="bg1"/>
                </a:solidFill>
                <a:latin typeface="Calibri" panose="020F0502020204030204" pitchFamily="34" charset="0"/>
                <a:cs typeface="Calibri" panose="020F0502020204030204" pitchFamily="34" charset="0"/>
              </a:defRPr>
            </a:lvl5pPr>
            <a:lvl6pPr marL="1728000" indent="-288000">
              <a:spcBef>
                <a:spcPts val="200"/>
              </a:spcBef>
              <a:buFont typeface="Arial" panose="020B0604020202020204" pitchFamily="34" charset="0"/>
              <a:buChar char="▲"/>
              <a:defRPr>
                <a:solidFill>
                  <a:schemeClr val="accent2"/>
                </a:solidFill>
              </a:defRPr>
            </a:lvl6pPr>
            <a:lvl7pPr marL="2016000" indent="-288000">
              <a:spcBef>
                <a:spcPts val="200"/>
              </a:spcBef>
              <a:buFont typeface="Arial" panose="020B0604020202020204" pitchFamily="34" charset="0"/>
              <a:buChar char="▲"/>
              <a:defRPr>
                <a:solidFill>
                  <a:schemeClr val="accent2"/>
                </a:solidFill>
              </a:defRPr>
            </a:lvl7pPr>
            <a:lvl8pPr marL="2304000" indent="-288000">
              <a:spcBef>
                <a:spcPts val="200"/>
              </a:spcBef>
              <a:buFont typeface="Arial" panose="020B0604020202020204" pitchFamily="34" charset="0"/>
              <a:buChar char="▲"/>
              <a:defRPr>
                <a:solidFill>
                  <a:schemeClr val="accent2"/>
                </a:solidFill>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4442810" y="5665258"/>
            <a:ext cx="7246270" cy="433790"/>
          </a:xfrm>
        </p:spPr>
        <p:txBody>
          <a:bodyPr anchor="b">
            <a:noAutofit/>
          </a:bodyPr>
          <a:lstStyle>
            <a:lvl1pPr marL="0" indent="0">
              <a:lnSpc>
                <a:spcPts val="1200"/>
              </a:lnSpc>
              <a:spcAft>
                <a:spcPts val="0"/>
              </a:spcAft>
              <a:buNone/>
              <a:defRPr sz="1000" b="0" cap="none" baseline="0">
                <a:solidFill>
                  <a:schemeClr val="bg1"/>
                </a:solidFill>
                <a:latin typeface="Calibri" panose="020F0502020204030204" pitchFamily="34" charset="0"/>
                <a:cs typeface="Calibri" panose="020F0502020204030204" pitchFamily="34" charset="0"/>
              </a:defRPr>
            </a:lvl1pPr>
          </a:lstStyle>
          <a:p>
            <a:pPr lvl="0"/>
            <a:r>
              <a:rPr lang="en-US"/>
              <a:t>Insert Reference, Source or Caption text</a:t>
            </a:r>
          </a:p>
        </p:txBody>
      </p:sp>
      <p:sp>
        <p:nvSpPr>
          <p:cNvPr id="17" name="Title 1">
            <a:extLst>
              <a:ext uri="{FF2B5EF4-FFF2-40B4-BE49-F238E27FC236}">
                <a16:creationId xmlns:a16="http://schemas.microsoft.com/office/drawing/2014/main" id="{23311043-2D30-4223-B488-F837CD0C7317}"/>
              </a:ext>
            </a:extLst>
          </p:cNvPr>
          <p:cNvSpPr>
            <a:spLocks noGrp="1"/>
          </p:cNvSpPr>
          <p:nvPr>
            <p:ph type="title" hasCustomPrompt="1"/>
          </p:nvPr>
        </p:nvSpPr>
        <p:spPr>
          <a:xfrm>
            <a:off x="4441730" y="588957"/>
            <a:ext cx="7246270" cy="806335"/>
          </a:xfrm>
        </p:spPr>
        <p:txBody>
          <a:bodyPr anchor="ctr">
            <a:normAutofit/>
          </a:bodyPr>
          <a:lstStyle>
            <a:lvl1pPr>
              <a:lnSpc>
                <a:spcPct val="90000"/>
              </a:lnSpc>
              <a:defRPr sz="3600" b="0">
                <a:solidFill>
                  <a:schemeClr val="bg1"/>
                </a:solidFill>
                <a:latin typeface="Calibri" panose="020F0502020204030204" pitchFamily="34" charset="0"/>
                <a:cs typeface="Calibri" panose="020F0502020204030204" pitchFamily="34" charset="0"/>
              </a:defRPr>
            </a:lvl1pPr>
          </a:lstStyle>
          <a:p>
            <a:r>
              <a:rPr lang="en-US"/>
              <a:t>Insert Slide Title</a:t>
            </a:r>
          </a:p>
        </p:txBody>
      </p:sp>
      <p:sp>
        <p:nvSpPr>
          <p:cNvPr id="19" name="Footer Placeholder 4">
            <a:extLst>
              <a:ext uri="{FF2B5EF4-FFF2-40B4-BE49-F238E27FC236}">
                <a16:creationId xmlns:a16="http://schemas.microsoft.com/office/drawing/2014/main" id="{102D9270-702A-48DF-8890-CC27934A2F6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Slide Number Placeholder 5">
            <a:extLst>
              <a:ext uri="{FF2B5EF4-FFF2-40B4-BE49-F238E27FC236}">
                <a16:creationId xmlns:a16="http://schemas.microsoft.com/office/drawing/2014/main" id="{1F43B717-A489-41E2-93A6-35A204CA0733}"/>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cxnSp>
        <p:nvCxnSpPr>
          <p:cNvPr id="46" name="Straight Connector 45">
            <a:extLst>
              <a:ext uri="{FF2B5EF4-FFF2-40B4-BE49-F238E27FC236}">
                <a16:creationId xmlns:a16="http://schemas.microsoft.com/office/drawing/2014/main" id="{A60022CC-41F1-4500-8FEB-4923C154827B}"/>
              </a:ext>
            </a:extLst>
          </p:cNvPr>
          <p:cNvCxnSpPr>
            <a:cxnSpLocks/>
          </p:cNvCxnSpPr>
          <p:nvPr userDrawn="1"/>
        </p:nvCxnSpPr>
        <p:spPr>
          <a:xfrm>
            <a:off x="4480560" y="452090"/>
            <a:ext cx="914400" cy="0"/>
          </a:xfrm>
          <a:prstGeom prst="line">
            <a:avLst/>
          </a:prstGeom>
          <a:ln w="28575">
            <a:gradFill>
              <a:gsLst>
                <a:gs pos="0">
                  <a:schemeClr val="accent5"/>
                </a:gs>
                <a:gs pos="100000">
                  <a:schemeClr val="accent3"/>
                </a:gs>
              </a:gsLst>
              <a:lin ang="0" scaled="0"/>
            </a:gradFill>
          </a:ln>
        </p:spPr>
        <p:style>
          <a:lnRef idx="1">
            <a:schemeClr val="accent4"/>
          </a:lnRef>
          <a:fillRef idx="0">
            <a:schemeClr val="accent4"/>
          </a:fillRef>
          <a:effectRef idx="0">
            <a:schemeClr val="accent4"/>
          </a:effectRef>
          <a:fontRef idx="minor">
            <a:schemeClr val="tx1"/>
          </a:fontRef>
        </p:style>
      </p:cxnSp>
      <p:sp>
        <p:nvSpPr>
          <p:cNvPr id="26" name="TextBox 25">
            <a:extLst>
              <a:ext uri="{FF2B5EF4-FFF2-40B4-BE49-F238E27FC236}">
                <a16:creationId xmlns:a16="http://schemas.microsoft.com/office/drawing/2014/main" id="{9F1CA361-74E6-4244-854B-7FEA11525DA4}"/>
              </a:ext>
            </a:extLst>
          </p:cNvPr>
          <p:cNvSpPr txBox="1"/>
          <p:nvPr userDrawn="1"/>
        </p:nvSpPr>
        <p:spPr>
          <a:xfrm>
            <a:off x="1" y="6957236"/>
            <a:ext cx="4064000" cy="1015663"/>
          </a:xfrm>
          <a:prstGeom prst="rect">
            <a:avLst/>
          </a:prstGeom>
          <a:solidFill>
            <a:schemeClr val="bg1">
              <a:lumMod val="95000"/>
            </a:schemeClr>
          </a:solidFill>
        </p:spPr>
        <p:txBody>
          <a:bodyPr wrap="square" rtlCol="0">
            <a:spAutoFit/>
          </a:bodyPr>
          <a:lstStyle/>
          <a:p>
            <a:r>
              <a:rPr lang="en-GB" sz="1000" b="1" dirty="0">
                <a:solidFill>
                  <a:schemeClr val="tx1">
                    <a:lumMod val="85000"/>
                    <a:lumOff val="15000"/>
                  </a:schemeClr>
                </a:solidFill>
                <a:latin typeface="Calibri" panose="020F0502020204030204" pitchFamily="34" charset="0"/>
                <a:cs typeface="Calibri" panose="020F0502020204030204" pitchFamily="34" charset="0"/>
              </a:rPr>
              <a:t>Adding an image to the rectangular frame (recommended):</a:t>
            </a:r>
          </a:p>
          <a:p>
            <a:pPr marL="0" marR="0" lvl="0" indent="0" algn="l" defTabSz="457200" rtl="0" eaLnBrk="1" fontAlgn="auto" latinLnBrk="0" hangingPunct="1">
              <a:lnSpc>
                <a:spcPct val="100000"/>
              </a:lnSpc>
              <a:spcBef>
                <a:spcPts val="0"/>
              </a:spcBef>
              <a:spcAft>
                <a:spcPts val="0"/>
              </a:spcAft>
              <a:buClrTx/>
              <a:buSzTx/>
              <a:buFontTx/>
              <a:buNone/>
              <a:tabLst/>
              <a:defRPr/>
            </a:pPr>
            <a:r>
              <a:rPr lang="en-GB" sz="1000" dirty="0">
                <a:solidFill>
                  <a:schemeClr val="bg1">
                    <a:lumMod val="50000"/>
                  </a:schemeClr>
                </a:solidFill>
                <a:latin typeface="Calibri" panose="020F0502020204030204" pitchFamily="34" charset="0"/>
                <a:cs typeface="Calibri" panose="020F0502020204030204" pitchFamily="34" charset="0"/>
              </a:rPr>
              <a:t>Prior to starting, please browse our image library </a:t>
            </a:r>
            <a:r>
              <a:rPr lang="en-GB" sz="1000" b="1" dirty="0">
                <a:solidFill>
                  <a:schemeClr val="bg1">
                    <a:lumMod val="50000"/>
                  </a:schemeClr>
                </a:solidFill>
                <a:latin typeface="Calibri" panose="020F0502020204030204" pitchFamily="34" charset="0"/>
                <a:cs typeface="Calibri" panose="020F0502020204030204" pitchFamily="34" charset="0"/>
              </a:rPr>
              <a:t>https://AVEVAimages.thirdlight.com/ </a:t>
            </a:r>
            <a:r>
              <a:rPr lang="en-GB" sz="1000" dirty="0">
                <a:solidFill>
                  <a:schemeClr val="bg1">
                    <a:lumMod val="50000"/>
                  </a:schemeClr>
                </a:solidFill>
                <a:latin typeface="Calibri" panose="020F0502020204030204" pitchFamily="34" charset="0"/>
                <a:cs typeface="Calibri" panose="020F0502020204030204" pitchFamily="34" charset="0"/>
              </a:rPr>
              <a:t>and download some image options. (We recommend a “Macro” view image, available via folders of the same names in the image library.) </a:t>
            </a:r>
            <a:r>
              <a:rPr lang="en-GB" sz="1000" b="0" dirty="0">
                <a:solidFill>
                  <a:schemeClr val="tx1">
                    <a:lumMod val="85000"/>
                    <a:lumOff val="15000"/>
                  </a:schemeClr>
                </a:solidFill>
                <a:latin typeface="Calibri" panose="020F0502020204030204" pitchFamily="34" charset="0"/>
                <a:cs typeface="Calibri" panose="020F0502020204030204" pitchFamily="34" charset="0"/>
              </a:rPr>
              <a:t>Click the image icon to insert image, then Send to Back. </a:t>
            </a:r>
            <a:endParaRPr lang="en-GB" sz="1000" dirty="0">
              <a:solidFill>
                <a:schemeClr val="tx1">
                  <a:lumMod val="85000"/>
                  <a:lumOff val="15000"/>
                </a:schemeClr>
              </a:solidFill>
              <a:latin typeface="Calibri" panose="020F0502020204030204" pitchFamily="34" charset="0"/>
              <a:cs typeface="Calibri" panose="020F0502020204030204" pitchFamily="34" charset="0"/>
            </a:endParaRPr>
          </a:p>
        </p:txBody>
      </p:sp>
      <p:sp>
        <p:nvSpPr>
          <p:cNvPr id="20" name="Text Placeholder 7">
            <a:extLst>
              <a:ext uri="{FF2B5EF4-FFF2-40B4-BE49-F238E27FC236}">
                <a16:creationId xmlns:a16="http://schemas.microsoft.com/office/drawing/2014/main" id="{E6D48EF9-9BEC-422B-B9F4-DE813B1D1238}"/>
              </a:ext>
            </a:extLst>
          </p:cNvPr>
          <p:cNvSpPr>
            <a:spLocks noGrp="1"/>
          </p:cNvSpPr>
          <p:nvPr>
            <p:ph type="body" sz="quarter" idx="13" hasCustomPrompt="1"/>
          </p:nvPr>
        </p:nvSpPr>
        <p:spPr>
          <a:xfrm>
            <a:off x="4436808" y="1426463"/>
            <a:ext cx="725119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sp>
        <p:nvSpPr>
          <p:cNvPr id="28" name="Picture Placeholder 3">
            <a:extLst>
              <a:ext uri="{FF2B5EF4-FFF2-40B4-BE49-F238E27FC236}">
                <a16:creationId xmlns:a16="http://schemas.microsoft.com/office/drawing/2014/main" id="{B0715003-9501-4BED-8789-A4EBCF2AC6F1}"/>
              </a:ext>
            </a:extLst>
          </p:cNvPr>
          <p:cNvSpPr>
            <a:spLocks noGrp="1"/>
          </p:cNvSpPr>
          <p:nvPr>
            <p:ph type="pic" sz="quarter" idx="15" hasCustomPrompt="1"/>
          </p:nvPr>
        </p:nvSpPr>
        <p:spPr>
          <a:xfrm>
            <a:off x="0" y="0"/>
            <a:ext cx="4064000" cy="6879600"/>
          </a:xfrm>
          <a:prstGeom prst="rect">
            <a:avLst/>
          </a:prstGeom>
          <a:solidFill>
            <a:schemeClr val="tx1">
              <a:alpha val="10000"/>
            </a:schemeClr>
          </a:solidFill>
          <a:ln>
            <a:noFill/>
          </a:ln>
        </p:spPr>
        <p:txBody>
          <a:bodyPr anchor="ctr"/>
          <a:lstStyle>
            <a:lvl1pPr marL="0" indent="0" algn="ctr">
              <a:buNone/>
              <a:defRPr sz="2000">
                <a:solidFill>
                  <a:schemeClr val="bg1"/>
                </a:solidFill>
                <a:latin typeface="Calibri" panose="020F0502020204030204" pitchFamily="34" charset="0"/>
                <a:cs typeface="Calibri" panose="020F0502020204030204" pitchFamily="34" charset="0"/>
              </a:defRPr>
            </a:lvl1pPr>
          </a:lstStyle>
          <a:p>
            <a:r>
              <a:rPr lang="en-GB" dirty="0"/>
              <a:t>Click icon to Insert Image</a:t>
            </a:r>
          </a:p>
        </p:txBody>
      </p:sp>
      <p:grpSp>
        <p:nvGrpSpPr>
          <p:cNvPr id="29" name="Group 51">
            <a:extLst>
              <a:ext uri="{FF2B5EF4-FFF2-40B4-BE49-F238E27FC236}">
                <a16:creationId xmlns:a16="http://schemas.microsoft.com/office/drawing/2014/main" id="{A94647E5-4532-4170-943C-0C697C9D1DEC}"/>
              </a:ext>
            </a:extLst>
          </p:cNvPr>
          <p:cNvGrpSpPr>
            <a:grpSpLocks noChangeAspect="1"/>
          </p:cNvGrpSpPr>
          <p:nvPr userDrawn="1"/>
        </p:nvGrpSpPr>
        <p:grpSpPr bwMode="auto">
          <a:xfrm>
            <a:off x="10539492" y="6305176"/>
            <a:ext cx="1149588" cy="267392"/>
            <a:chOff x="3618" y="2108"/>
            <a:chExt cx="589" cy="137"/>
          </a:xfrm>
          <a:solidFill>
            <a:schemeClr val="bg1"/>
          </a:solidFill>
        </p:grpSpPr>
        <p:sp>
          <p:nvSpPr>
            <p:cNvPr id="30" name="Freeform 52">
              <a:extLst>
                <a:ext uri="{FF2B5EF4-FFF2-40B4-BE49-F238E27FC236}">
                  <a16:creationId xmlns:a16="http://schemas.microsoft.com/office/drawing/2014/main" id="{62CE86BB-1665-4CC4-AF45-B39DA35F1989}"/>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1" name="Freeform 53">
              <a:extLst>
                <a:ext uri="{FF2B5EF4-FFF2-40B4-BE49-F238E27FC236}">
                  <a16:creationId xmlns:a16="http://schemas.microsoft.com/office/drawing/2014/main" id="{C2AFA71C-402E-4637-A9D2-C53C7DD1A7E3}"/>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2" name="Freeform 54">
              <a:extLst>
                <a:ext uri="{FF2B5EF4-FFF2-40B4-BE49-F238E27FC236}">
                  <a16:creationId xmlns:a16="http://schemas.microsoft.com/office/drawing/2014/main" id="{51A1994B-5205-4097-9297-A80AEDBA56D1}"/>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3" name="Freeform 55">
              <a:extLst>
                <a:ext uri="{FF2B5EF4-FFF2-40B4-BE49-F238E27FC236}">
                  <a16:creationId xmlns:a16="http://schemas.microsoft.com/office/drawing/2014/main" id="{0CC6D2C6-4A97-4545-A483-004ABBC0CDAB}"/>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4" name="Freeform 56">
              <a:extLst>
                <a:ext uri="{FF2B5EF4-FFF2-40B4-BE49-F238E27FC236}">
                  <a16:creationId xmlns:a16="http://schemas.microsoft.com/office/drawing/2014/main" id="{1CDD5CDD-CBF2-4D03-B818-5A39B25B74E3}"/>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5" name="Freeform 57">
              <a:extLst>
                <a:ext uri="{FF2B5EF4-FFF2-40B4-BE49-F238E27FC236}">
                  <a16:creationId xmlns:a16="http://schemas.microsoft.com/office/drawing/2014/main" id="{24B975C6-21C9-4DA9-8502-85D21324881E}"/>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6" name="Freeform 58">
              <a:extLst>
                <a:ext uri="{FF2B5EF4-FFF2-40B4-BE49-F238E27FC236}">
                  <a16:creationId xmlns:a16="http://schemas.microsoft.com/office/drawing/2014/main" id="{C4224024-531B-4065-828D-9F8725192695}"/>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7" name="Freeform 59">
              <a:extLst>
                <a:ext uri="{FF2B5EF4-FFF2-40B4-BE49-F238E27FC236}">
                  <a16:creationId xmlns:a16="http://schemas.microsoft.com/office/drawing/2014/main" id="{4F78D1E9-5AFF-45EA-8A73-C0F78E0C6B8F}"/>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22" name="Footer Placeholder 4">
            <a:extLst>
              <a:ext uri="{FF2B5EF4-FFF2-40B4-BE49-F238E27FC236}">
                <a16:creationId xmlns:a16="http://schemas.microsoft.com/office/drawing/2014/main" id="{545974C8-1825-407A-984D-9A14F64BDC35}"/>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42701684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chart ">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p:nvPr>
        </p:nvSpPr>
        <p:spPr>
          <a:xfrm>
            <a:off x="8253728" y="1929384"/>
            <a:ext cx="3429001" cy="1080000"/>
          </a:xfrm>
        </p:spPr>
        <p:txBody>
          <a:bodyPr>
            <a:noAutofit/>
          </a:bodyPr>
          <a:lstStyle>
            <a:lvl1pPr marL="18288" indent="0">
              <a:lnSpc>
                <a:spcPts val="3200"/>
              </a:lnSpc>
              <a:spcAft>
                <a:spcPts val="0"/>
              </a:spcAft>
              <a:buNone/>
              <a:defRPr sz="2000" b="0" cap="all" baseline="0">
                <a:solidFill>
                  <a:schemeClr val="bg1"/>
                </a:solidFill>
                <a:latin typeface="Calibri" panose="020F0502020204030204" pitchFamily="34" charset="0"/>
                <a:cs typeface="Calibri" panose="020F0502020204030204" pitchFamily="34" charset="0"/>
              </a:defRPr>
            </a:lvl1pPr>
            <a:lvl2pPr marL="18288" indent="0">
              <a:lnSpc>
                <a:spcPts val="2400"/>
              </a:lnSpc>
              <a:spcBef>
                <a:spcPts val="0"/>
              </a:spcBef>
              <a:spcAft>
                <a:spcPts val="0"/>
              </a:spcAft>
              <a:buNone/>
              <a:defRPr sz="1800" b="0" cap="none" baseline="0">
                <a:solidFill>
                  <a:schemeClr val="bg1"/>
                </a:solidFill>
                <a:latin typeface="Calibri" panose="020F0502020204030204" pitchFamily="34" charset="0"/>
                <a:cs typeface="Calibri" panose="020F0502020204030204" pitchFamily="34" charset="0"/>
              </a:defRPr>
            </a:lvl2pPr>
            <a:lvl3pPr marL="18288" indent="0">
              <a:lnSpc>
                <a:spcPts val="2400"/>
              </a:lnSpc>
              <a:spcBef>
                <a:spcPts val="0"/>
              </a:spcBef>
              <a:spcAft>
                <a:spcPts val="0"/>
              </a:spcAft>
              <a:buNone/>
              <a:defRPr sz="1600">
                <a:solidFill>
                  <a:schemeClr val="bg1"/>
                </a:solidFill>
                <a:latin typeface="Calibri" panose="020F0502020204030204" pitchFamily="34" charset="0"/>
                <a:cs typeface="Calibri" panose="020F0502020204030204" pitchFamily="34" charset="0"/>
              </a:defRPr>
            </a:lvl3pPr>
          </a:lstStyle>
          <a:p>
            <a:pPr lvl="0"/>
            <a:r>
              <a:rPr lang="en-US"/>
              <a:t>Edit Master text styles</a:t>
            </a:r>
          </a:p>
          <a:p>
            <a:pPr lvl="1"/>
            <a:r>
              <a:rPr lang="en-US"/>
              <a:t>Second level</a:t>
            </a:r>
          </a:p>
          <a:p>
            <a:pPr lvl="2"/>
            <a:r>
              <a:rPr lang="en-US"/>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p:nvPr>
        </p:nvSpPr>
        <p:spPr>
          <a:xfrm>
            <a:off x="8253728" y="3337560"/>
            <a:ext cx="3429001" cy="1080000"/>
          </a:xfrm>
        </p:spPr>
        <p:txBody>
          <a:bodyPr>
            <a:noAutofit/>
          </a:bodyPr>
          <a:lstStyle>
            <a:lvl1pPr marL="18288" indent="0">
              <a:lnSpc>
                <a:spcPts val="3200"/>
              </a:lnSpc>
              <a:spcAft>
                <a:spcPts val="0"/>
              </a:spcAft>
              <a:buNone/>
              <a:defRPr sz="2000" b="0" cap="all" baseline="0">
                <a:solidFill>
                  <a:schemeClr val="bg1"/>
                </a:solidFill>
                <a:latin typeface="Calibri" panose="020F0502020204030204" pitchFamily="34" charset="0"/>
                <a:cs typeface="Calibri" panose="020F0502020204030204" pitchFamily="34" charset="0"/>
              </a:defRPr>
            </a:lvl1pPr>
            <a:lvl2pPr marL="18288" indent="0" algn="l">
              <a:lnSpc>
                <a:spcPts val="2400"/>
              </a:lnSpc>
              <a:spcBef>
                <a:spcPts val="0"/>
              </a:spcBef>
              <a:spcAft>
                <a:spcPts val="0"/>
              </a:spcAft>
              <a:buNone/>
              <a:defRPr sz="1800" b="0" cap="none" baseline="0">
                <a:solidFill>
                  <a:schemeClr val="bg1"/>
                </a:solidFill>
                <a:latin typeface="Calibri" panose="020F0502020204030204" pitchFamily="34" charset="0"/>
                <a:cs typeface="Calibri" panose="020F0502020204030204" pitchFamily="34" charset="0"/>
              </a:defRPr>
            </a:lvl2pPr>
            <a:lvl3pPr marL="18288" indent="0">
              <a:lnSpc>
                <a:spcPts val="2400"/>
              </a:lnSpc>
              <a:spcBef>
                <a:spcPts val="0"/>
              </a:spcBef>
              <a:spcAft>
                <a:spcPts val="0"/>
              </a:spcAft>
              <a:buNone/>
              <a:defRPr sz="1600">
                <a:solidFill>
                  <a:schemeClr val="bg1"/>
                </a:solidFill>
                <a:latin typeface="Calibri" panose="020F0502020204030204" pitchFamily="34" charset="0"/>
                <a:cs typeface="Calibri" panose="020F0502020204030204" pitchFamily="34" charset="0"/>
              </a:defRPr>
            </a:lvl3pPr>
          </a:lstStyle>
          <a:p>
            <a:pPr lvl="0"/>
            <a:r>
              <a:rPr lang="en-US"/>
              <a:t>Edit Master text styles</a:t>
            </a:r>
          </a:p>
          <a:p>
            <a:pPr lvl="1"/>
            <a:r>
              <a:rPr lang="en-US"/>
              <a:t>Second level</a:t>
            </a:r>
          </a:p>
          <a:p>
            <a:pPr lvl="2"/>
            <a:r>
              <a:rPr lang="en-US"/>
              <a:t>Third level</a:t>
            </a:r>
          </a:p>
        </p:txBody>
      </p:sp>
      <p:sp>
        <p:nvSpPr>
          <p:cNvPr id="20" name="Title 1">
            <a:extLst>
              <a:ext uri="{FF2B5EF4-FFF2-40B4-BE49-F238E27FC236}">
                <a16:creationId xmlns:a16="http://schemas.microsoft.com/office/drawing/2014/main" id="{83E7B97F-A3D3-4BFF-81BD-83490749F34F}"/>
              </a:ext>
            </a:extLst>
          </p:cNvPr>
          <p:cNvSpPr>
            <a:spLocks noGrp="1"/>
          </p:cNvSpPr>
          <p:nvPr>
            <p:ph type="title" hasCustomPrompt="1"/>
          </p:nvPr>
        </p:nvSpPr>
        <p:spPr>
          <a:xfrm>
            <a:off x="504000" y="587361"/>
            <a:ext cx="1118508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22" name="Footer Placeholder 4">
            <a:extLst>
              <a:ext uri="{FF2B5EF4-FFF2-40B4-BE49-F238E27FC236}">
                <a16:creationId xmlns:a16="http://schemas.microsoft.com/office/drawing/2014/main" id="{93E69D38-B636-4F62-A671-636F45DB230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4" name="Slide Number Placeholder 5">
            <a:extLst>
              <a:ext uri="{FF2B5EF4-FFF2-40B4-BE49-F238E27FC236}">
                <a16:creationId xmlns:a16="http://schemas.microsoft.com/office/drawing/2014/main" id="{9CED144D-3C50-4610-B4D3-822DECD4D509}"/>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9" name="Text Placeholder 7">
            <a:extLst>
              <a:ext uri="{FF2B5EF4-FFF2-40B4-BE49-F238E27FC236}">
                <a16:creationId xmlns:a16="http://schemas.microsoft.com/office/drawing/2014/main" id="{E5AA75C9-A216-435B-B220-BE720528D6B2}"/>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cxnSp>
        <p:nvCxnSpPr>
          <p:cNvPr id="10" name="Straight Connector 9">
            <a:extLst>
              <a:ext uri="{FF2B5EF4-FFF2-40B4-BE49-F238E27FC236}">
                <a16:creationId xmlns:a16="http://schemas.microsoft.com/office/drawing/2014/main" id="{73B4B00F-9110-486B-9FE7-2E79C4315C0B}"/>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11" name="Content Placeholder 3">
            <a:extLst>
              <a:ext uri="{FF2B5EF4-FFF2-40B4-BE49-F238E27FC236}">
                <a16:creationId xmlns:a16="http://schemas.microsoft.com/office/drawing/2014/main" id="{FD88C957-3C4B-4E22-9EF8-9D09485F7420}"/>
              </a:ext>
            </a:extLst>
          </p:cNvPr>
          <p:cNvSpPr>
            <a:spLocks noGrp="1"/>
          </p:cNvSpPr>
          <p:nvPr>
            <p:ph sz="quarter" idx="18" hasCustomPrompt="1"/>
          </p:nvPr>
        </p:nvSpPr>
        <p:spPr>
          <a:xfrm>
            <a:off x="504000" y="1929383"/>
            <a:ext cx="7372541" cy="4100513"/>
          </a:xfrm>
        </p:spPr>
        <p:txBody>
          <a:bodyPr anchor="ctr"/>
          <a:lstStyle>
            <a:lvl1pPr marL="0" indent="0" algn="ctr">
              <a:buFont typeface="Arial" panose="020B0604020202020204" pitchFamily="34" charset="0"/>
              <a:buNone/>
              <a:defRPr lang="en-US" sz="2300" kern="1200" dirty="0">
                <a:solidFill>
                  <a:schemeClr val="bg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Tree>
    <p:extLst>
      <p:ext uri="{BB962C8B-B14F-4D97-AF65-F5344CB8AC3E}">
        <p14:creationId xmlns:p14="http://schemas.microsoft.com/office/powerpoint/2010/main" val="41307231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chart on right">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p:nvPr>
        </p:nvSpPr>
        <p:spPr>
          <a:xfrm>
            <a:off x="502919" y="1929384"/>
            <a:ext cx="3429001" cy="1080000"/>
          </a:xfrm>
        </p:spPr>
        <p:txBody>
          <a:bodyPr>
            <a:noAutofit/>
          </a:bodyPr>
          <a:lstStyle>
            <a:lvl1pPr marL="18288" indent="0">
              <a:lnSpc>
                <a:spcPts val="3200"/>
              </a:lnSpc>
              <a:spcAft>
                <a:spcPts val="0"/>
              </a:spcAft>
              <a:buNone/>
              <a:defRPr sz="2000" b="0" cap="all" baseline="0">
                <a:solidFill>
                  <a:schemeClr val="bg1"/>
                </a:solidFill>
                <a:latin typeface="Calibri" panose="020F0502020204030204" pitchFamily="34" charset="0"/>
                <a:cs typeface="Calibri" panose="020F0502020204030204" pitchFamily="34" charset="0"/>
              </a:defRPr>
            </a:lvl1pPr>
            <a:lvl2pPr marL="18288" indent="0">
              <a:lnSpc>
                <a:spcPts val="2400"/>
              </a:lnSpc>
              <a:spcBef>
                <a:spcPts val="0"/>
              </a:spcBef>
              <a:spcAft>
                <a:spcPts val="0"/>
              </a:spcAft>
              <a:buNone/>
              <a:defRPr sz="1800" b="0" cap="none" baseline="0">
                <a:solidFill>
                  <a:schemeClr val="bg1"/>
                </a:solidFill>
                <a:latin typeface="Calibri" panose="020F0502020204030204" pitchFamily="34" charset="0"/>
                <a:cs typeface="Calibri" panose="020F0502020204030204" pitchFamily="34" charset="0"/>
              </a:defRPr>
            </a:lvl2pPr>
            <a:lvl3pPr marL="18288" indent="0">
              <a:lnSpc>
                <a:spcPts val="2400"/>
              </a:lnSpc>
              <a:spcBef>
                <a:spcPts val="0"/>
              </a:spcBef>
              <a:spcAft>
                <a:spcPts val="0"/>
              </a:spcAft>
              <a:buNone/>
              <a:defRPr sz="1600">
                <a:solidFill>
                  <a:schemeClr val="bg1"/>
                </a:solidFill>
                <a:latin typeface="Calibri" panose="020F0502020204030204" pitchFamily="34" charset="0"/>
                <a:cs typeface="Calibri" panose="020F0502020204030204" pitchFamily="34" charset="0"/>
              </a:defRPr>
            </a:lvl3pPr>
          </a:lstStyle>
          <a:p>
            <a:pPr lvl="0"/>
            <a:r>
              <a:rPr lang="en-US"/>
              <a:t>Edit Master text styles</a:t>
            </a:r>
          </a:p>
          <a:p>
            <a:pPr lvl="1"/>
            <a:r>
              <a:rPr lang="en-US"/>
              <a:t>Second level</a:t>
            </a:r>
          </a:p>
          <a:p>
            <a:pPr lvl="2"/>
            <a:r>
              <a:rPr lang="en-US"/>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p:nvPr>
        </p:nvSpPr>
        <p:spPr>
          <a:xfrm>
            <a:off x="502919" y="3337560"/>
            <a:ext cx="3429001" cy="1080000"/>
          </a:xfrm>
        </p:spPr>
        <p:txBody>
          <a:bodyPr>
            <a:noAutofit/>
          </a:bodyPr>
          <a:lstStyle>
            <a:lvl1pPr marL="18288" indent="0">
              <a:lnSpc>
                <a:spcPts val="3200"/>
              </a:lnSpc>
              <a:spcAft>
                <a:spcPts val="0"/>
              </a:spcAft>
              <a:buNone/>
              <a:defRPr sz="2000" b="0" cap="all" baseline="0">
                <a:solidFill>
                  <a:schemeClr val="bg1"/>
                </a:solidFill>
                <a:latin typeface="Calibri" panose="020F0502020204030204" pitchFamily="34" charset="0"/>
                <a:cs typeface="Calibri" panose="020F0502020204030204" pitchFamily="34" charset="0"/>
              </a:defRPr>
            </a:lvl1pPr>
            <a:lvl2pPr marL="18288" indent="0" algn="l">
              <a:lnSpc>
                <a:spcPts val="2400"/>
              </a:lnSpc>
              <a:spcBef>
                <a:spcPts val="0"/>
              </a:spcBef>
              <a:spcAft>
                <a:spcPts val="0"/>
              </a:spcAft>
              <a:buNone/>
              <a:defRPr sz="1800" b="0" cap="none" baseline="0">
                <a:solidFill>
                  <a:schemeClr val="bg1"/>
                </a:solidFill>
                <a:latin typeface="Calibri" panose="020F0502020204030204" pitchFamily="34" charset="0"/>
                <a:cs typeface="Calibri" panose="020F0502020204030204" pitchFamily="34" charset="0"/>
              </a:defRPr>
            </a:lvl2pPr>
            <a:lvl3pPr marL="18288" indent="0">
              <a:lnSpc>
                <a:spcPts val="2400"/>
              </a:lnSpc>
              <a:spcBef>
                <a:spcPts val="0"/>
              </a:spcBef>
              <a:spcAft>
                <a:spcPts val="0"/>
              </a:spcAft>
              <a:buNone/>
              <a:defRPr sz="1600">
                <a:solidFill>
                  <a:schemeClr val="bg1"/>
                </a:solidFill>
                <a:latin typeface="Calibri" panose="020F0502020204030204" pitchFamily="34" charset="0"/>
                <a:cs typeface="Calibri" panose="020F0502020204030204" pitchFamily="34" charset="0"/>
              </a:defRPr>
            </a:lvl3pPr>
          </a:lstStyle>
          <a:p>
            <a:pPr lvl="0"/>
            <a:r>
              <a:rPr lang="en-US"/>
              <a:t>Edit Master text styles</a:t>
            </a:r>
          </a:p>
          <a:p>
            <a:pPr lvl="1"/>
            <a:r>
              <a:rPr lang="en-US"/>
              <a:t>Second level</a:t>
            </a:r>
          </a:p>
          <a:p>
            <a:pPr lvl="2"/>
            <a:r>
              <a:rPr lang="en-US"/>
              <a:t>Third level</a:t>
            </a:r>
          </a:p>
        </p:txBody>
      </p:sp>
      <p:sp>
        <p:nvSpPr>
          <p:cNvPr id="20" name="Title 1">
            <a:extLst>
              <a:ext uri="{FF2B5EF4-FFF2-40B4-BE49-F238E27FC236}">
                <a16:creationId xmlns:a16="http://schemas.microsoft.com/office/drawing/2014/main" id="{83E7B97F-A3D3-4BFF-81BD-83490749F34F}"/>
              </a:ext>
            </a:extLst>
          </p:cNvPr>
          <p:cNvSpPr>
            <a:spLocks noGrp="1"/>
          </p:cNvSpPr>
          <p:nvPr>
            <p:ph type="title" hasCustomPrompt="1"/>
          </p:nvPr>
        </p:nvSpPr>
        <p:spPr>
          <a:xfrm>
            <a:off x="504000" y="587361"/>
            <a:ext cx="11185080" cy="804198"/>
          </a:xfrm>
        </p:spPr>
        <p:txBody>
          <a:bodyPr anchor="ctr">
            <a:normAutofit/>
          </a:bodyPr>
          <a:lstStyle>
            <a:lvl1pPr>
              <a:lnSpc>
                <a:spcPct val="90000"/>
              </a:lnSpc>
              <a:defRPr sz="3600" b="0">
                <a:latin typeface="Calibri" panose="020F0502020204030204" pitchFamily="34" charset="0"/>
                <a:cs typeface="Calibri" panose="020F0502020204030204" pitchFamily="34" charset="0"/>
              </a:defRPr>
            </a:lvl1pPr>
          </a:lstStyle>
          <a:p>
            <a:r>
              <a:rPr lang="en-US"/>
              <a:t>Insert Slide Title</a:t>
            </a:r>
          </a:p>
        </p:txBody>
      </p:sp>
      <p:sp>
        <p:nvSpPr>
          <p:cNvPr id="22" name="Footer Placeholder 4">
            <a:extLst>
              <a:ext uri="{FF2B5EF4-FFF2-40B4-BE49-F238E27FC236}">
                <a16:creationId xmlns:a16="http://schemas.microsoft.com/office/drawing/2014/main" id="{93E69D38-B636-4F62-A671-636F45DB230C}"/>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4" name="Slide Number Placeholder 5">
            <a:extLst>
              <a:ext uri="{FF2B5EF4-FFF2-40B4-BE49-F238E27FC236}">
                <a16:creationId xmlns:a16="http://schemas.microsoft.com/office/drawing/2014/main" id="{9CED144D-3C50-4610-B4D3-822DECD4D509}"/>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9" name="Text Placeholder 7">
            <a:extLst>
              <a:ext uri="{FF2B5EF4-FFF2-40B4-BE49-F238E27FC236}">
                <a16:creationId xmlns:a16="http://schemas.microsoft.com/office/drawing/2014/main" id="{E35BFFDB-B90F-4191-9F52-3062947A9435}"/>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cxnSp>
        <p:nvCxnSpPr>
          <p:cNvPr id="10" name="Straight Connector 9">
            <a:extLst>
              <a:ext uri="{FF2B5EF4-FFF2-40B4-BE49-F238E27FC236}">
                <a16:creationId xmlns:a16="http://schemas.microsoft.com/office/drawing/2014/main" id="{98A1CCA7-C099-4CFE-926F-1651C2D262E1}"/>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11" name="Content Placeholder 3">
            <a:extLst>
              <a:ext uri="{FF2B5EF4-FFF2-40B4-BE49-F238E27FC236}">
                <a16:creationId xmlns:a16="http://schemas.microsoft.com/office/drawing/2014/main" id="{54464A27-663C-4071-9DA4-7F06194A00A2}"/>
              </a:ext>
            </a:extLst>
          </p:cNvPr>
          <p:cNvSpPr>
            <a:spLocks noGrp="1"/>
          </p:cNvSpPr>
          <p:nvPr>
            <p:ph sz="quarter" idx="18" hasCustomPrompt="1"/>
          </p:nvPr>
        </p:nvSpPr>
        <p:spPr>
          <a:xfrm>
            <a:off x="4312730" y="1929383"/>
            <a:ext cx="7372541" cy="4100513"/>
          </a:xfrm>
        </p:spPr>
        <p:txBody>
          <a:bodyPr anchor="ctr"/>
          <a:lstStyle>
            <a:lvl1pPr marL="0" indent="0" algn="ctr">
              <a:buFont typeface="Arial" panose="020B0604020202020204" pitchFamily="34" charset="0"/>
              <a:buNone/>
              <a:defRPr lang="en-US" sz="2300" kern="1200" dirty="0">
                <a:solidFill>
                  <a:schemeClr val="bg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Tree>
    <p:extLst>
      <p:ext uri="{BB962C8B-B14F-4D97-AF65-F5344CB8AC3E}">
        <p14:creationId xmlns:p14="http://schemas.microsoft.com/office/powerpoint/2010/main" val="40827151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hart o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999" y="1929384"/>
            <a:ext cx="5340539" cy="4169664"/>
          </a:xfrm>
        </p:spPr>
        <p:txBody>
          <a:bodyPr>
            <a:noAutofit/>
          </a:bodyPr>
          <a:lstStyle>
            <a:lvl1pPr marL="301752">
              <a:defRPr sz="2300">
                <a:latin typeface="Calibri" panose="020F0502020204030204" pitchFamily="34" charset="0"/>
                <a:cs typeface="Calibri" panose="020F0502020204030204" pitchFamily="34" charset="0"/>
              </a:defRPr>
            </a:lvl1pPr>
            <a:lvl2pPr marL="594360">
              <a:defRPr>
                <a:latin typeface="Calibri" panose="020F0502020204030204" pitchFamily="34" charset="0"/>
                <a:cs typeface="Calibri" panose="020F0502020204030204" pitchFamily="34" charset="0"/>
              </a:defRPr>
            </a:lvl2pPr>
            <a:lvl3pPr marL="886968">
              <a:defRPr>
                <a:latin typeface="Calibri" panose="020F0502020204030204" pitchFamily="34" charset="0"/>
                <a:cs typeface="Calibri" panose="020F0502020204030204" pitchFamily="34" charset="0"/>
              </a:defRPr>
            </a:lvl3pPr>
            <a:lvl4pPr marL="1170432">
              <a:defRPr>
                <a:latin typeface="Calibri" panose="020F0502020204030204" pitchFamily="34" charset="0"/>
                <a:cs typeface="Calibri" panose="020F0502020204030204" pitchFamily="34" charset="0"/>
              </a:defRPr>
            </a:lvl4pPr>
            <a:lvl5pPr marL="1463040">
              <a:defRPr>
                <a:latin typeface="Calibri" panose="020F0502020204030204" pitchFamily="34" charset="0"/>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4099EBC5-54AC-4941-A8DF-C99C2AF77278}"/>
              </a:ext>
            </a:extLst>
          </p:cNvPr>
          <p:cNvSpPr>
            <a:spLocks noGrp="1"/>
          </p:cNvSpPr>
          <p:nvPr>
            <p:ph type="title" hasCustomPrompt="1"/>
          </p:nvPr>
        </p:nvSpPr>
        <p:spPr>
          <a:xfrm>
            <a:off x="504000" y="587361"/>
            <a:ext cx="11185080" cy="804198"/>
          </a:xfrm>
        </p:spPr>
        <p:txBody>
          <a:bodyPr anchor="ctr">
            <a:normAutofit/>
          </a:bodyPr>
          <a:lstStyle>
            <a:lvl1pPr>
              <a:lnSpc>
                <a:spcPct val="90000"/>
              </a:lnSpc>
              <a:defRPr b="0">
                <a:latin typeface="Calibri" panose="020F0502020204030204" pitchFamily="34" charset="0"/>
                <a:cs typeface="Calibri" panose="020F0502020204030204" pitchFamily="34" charset="0"/>
              </a:defRPr>
            </a:lvl1pPr>
          </a:lstStyle>
          <a:p>
            <a:r>
              <a:rPr lang="en-US"/>
              <a:t>Insert Slide Title</a:t>
            </a:r>
          </a:p>
        </p:txBody>
      </p:sp>
      <p:sp>
        <p:nvSpPr>
          <p:cNvPr id="19" name="Footer Placeholder 4">
            <a:extLst>
              <a:ext uri="{FF2B5EF4-FFF2-40B4-BE49-F238E27FC236}">
                <a16:creationId xmlns:a16="http://schemas.microsoft.com/office/drawing/2014/main" id="{31D1A11A-B58F-4632-9C0B-11D24DA4105D}"/>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2"/>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Slide Number Placeholder 5">
            <a:extLst>
              <a:ext uri="{FF2B5EF4-FFF2-40B4-BE49-F238E27FC236}">
                <a16:creationId xmlns:a16="http://schemas.microsoft.com/office/drawing/2014/main" id="{F2A29726-FF71-4099-8BCA-7A060CAC53BF}"/>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2"/>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9" name="Text Placeholder 7">
            <a:extLst>
              <a:ext uri="{FF2B5EF4-FFF2-40B4-BE49-F238E27FC236}">
                <a16:creationId xmlns:a16="http://schemas.microsoft.com/office/drawing/2014/main" id="{2FC43F70-041B-4D93-987B-BC3BB8B693E0}"/>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cxnSp>
        <p:nvCxnSpPr>
          <p:cNvPr id="10" name="Straight Connector 9">
            <a:extLst>
              <a:ext uri="{FF2B5EF4-FFF2-40B4-BE49-F238E27FC236}">
                <a16:creationId xmlns:a16="http://schemas.microsoft.com/office/drawing/2014/main" id="{8F875B56-1D61-4E0A-9DD4-C23B831B4724}"/>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11" name="Content Placeholder 3">
            <a:extLst>
              <a:ext uri="{FF2B5EF4-FFF2-40B4-BE49-F238E27FC236}">
                <a16:creationId xmlns:a16="http://schemas.microsoft.com/office/drawing/2014/main" id="{3D6D6FC3-7076-49E2-AD7D-8E76FA050B14}"/>
              </a:ext>
            </a:extLst>
          </p:cNvPr>
          <p:cNvSpPr>
            <a:spLocks noGrp="1"/>
          </p:cNvSpPr>
          <p:nvPr>
            <p:ph sz="quarter" idx="16" hasCustomPrompt="1"/>
          </p:nvPr>
        </p:nvSpPr>
        <p:spPr>
          <a:xfrm>
            <a:off x="6093267" y="1929384"/>
            <a:ext cx="2482408" cy="3609404"/>
          </a:xfrm>
        </p:spPr>
        <p:txBody>
          <a:bodyPr anchor="ctr"/>
          <a:lstStyle>
            <a:lvl1pPr marL="0" indent="0" algn="ctr">
              <a:buFont typeface="Arial" panose="020B0604020202020204" pitchFamily="34" charset="0"/>
              <a:buNone/>
              <a:defRPr lang="en-US" sz="2300" kern="1200" dirty="0">
                <a:solidFill>
                  <a:schemeClr val="bg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
        <p:nvSpPr>
          <p:cNvPr id="14" name="Content Placeholder 3">
            <a:extLst>
              <a:ext uri="{FF2B5EF4-FFF2-40B4-BE49-F238E27FC236}">
                <a16:creationId xmlns:a16="http://schemas.microsoft.com/office/drawing/2014/main" id="{B0834ADD-2BB8-45FF-B6E3-58DA158F7E79}"/>
              </a:ext>
            </a:extLst>
          </p:cNvPr>
          <p:cNvSpPr>
            <a:spLocks noGrp="1"/>
          </p:cNvSpPr>
          <p:nvPr>
            <p:ph sz="quarter" idx="17" hasCustomPrompt="1"/>
          </p:nvPr>
        </p:nvSpPr>
        <p:spPr>
          <a:xfrm>
            <a:off x="9204704" y="1929384"/>
            <a:ext cx="2482408" cy="3609404"/>
          </a:xfrm>
        </p:spPr>
        <p:txBody>
          <a:bodyPr anchor="ctr"/>
          <a:lstStyle>
            <a:lvl1pPr marL="0" indent="0" algn="ctr">
              <a:buFont typeface="Arial" panose="020B0604020202020204" pitchFamily="34" charset="0"/>
              <a:buNone/>
              <a:defRPr lang="en-US" sz="2300" kern="1200" dirty="0">
                <a:solidFill>
                  <a:schemeClr val="bg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Tree>
    <p:extLst>
      <p:ext uri="{BB962C8B-B14F-4D97-AF65-F5344CB8AC3E}">
        <p14:creationId xmlns:p14="http://schemas.microsoft.com/office/powerpoint/2010/main" val="14048568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chart option on left">
    <p:spTree>
      <p:nvGrpSpPr>
        <p:cNvPr id="1" name=""/>
        <p:cNvGrpSpPr/>
        <p:nvPr/>
      </p:nvGrpSpPr>
      <p:grpSpPr>
        <a:xfrm>
          <a:off x="0" y="0"/>
          <a:ext cx="0" cy="0"/>
          <a:chOff x="0" y="0"/>
          <a:chExt cx="0" cy="0"/>
        </a:xfrm>
      </p:grpSpPr>
      <p:sp>
        <p:nvSpPr>
          <p:cNvPr id="3" name="Content Placeholder 2"/>
          <p:cNvSpPr>
            <a:spLocks noGrp="1"/>
          </p:cNvSpPr>
          <p:nvPr>
            <p:ph idx="1"/>
          </p:nvPr>
        </p:nvSpPr>
        <p:spPr>
          <a:xfrm>
            <a:off x="6348541" y="1929384"/>
            <a:ext cx="5340539" cy="4169664"/>
          </a:xfrm>
        </p:spPr>
        <p:txBody>
          <a:bodyPr>
            <a:noAutofit/>
          </a:bodyPr>
          <a:lstStyle>
            <a:lvl1pPr marL="301752">
              <a:defRPr sz="2300">
                <a:latin typeface="Calibri" panose="020F0502020204030204" pitchFamily="34" charset="0"/>
                <a:cs typeface="Calibri" panose="020F0502020204030204" pitchFamily="34" charset="0"/>
              </a:defRPr>
            </a:lvl1pPr>
            <a:lvl2pPr marL="594360">
              <a:defRPr>
                <a:latin typeface="Calibri" panose="020F0502020204030204" pitchFamily="34" charset="0"/>
                <a:cs typeface="Calibri" panose="020F0502020204030204" pitchFamily="34" charset="0"/>
              </a:defRPr>
            </a:lvl2pPr>
            <a:lvl3pPr marL="886968">
              <a:defRPr>
                <a:latin typeface="Calibri" panose="020F0502020204030204" pitchFamily="34" charset="0"/>
                <a:cs typeface="Calibri" panose="020F0502020204030204" pitchFamily="34" charset="0"/>
              </a:defRPr>
            </a:lvl3pPr>
            <a:lvl4pPr marL="1170432">
              <a:defRPr>
                <a:latin typeface="Calibri" panose="020F0502020204030204" pitchFamily="34" charset="0"/>
                <a:cs typeface="Calibri" panose="020F0502020204030204" pitchFamily="34" charset="0"/>
              </a:defRPr>
            </a:lvl4pPr>
            <a:lvl5pPr marL="1463040">
              <a:defRPr>
                <a:latin typeface="Calibri" panose="020F0502020204030204" pitchFamily="34" charset="0"/>
                <a:cs typeface="Calibri" panose="020F0502020204030204" pitchFamily="34" charset="0"/>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4099EBC5-54AC-4941-A8DF-C99C2AF77278}"/>
              </a:ext>
            </a:extLst>
          </p:cNvPr>
          <p:cNvSpPr>
            <a:spLocks noGrp="1"/>
          </p:cNvSpPr>
          <p:nvPr>
            <p:ph type="title" hasCustomPrompt="1"/>
          </p:nvPr>
        </p:nvSpPr>
        <p:spPr>
          <a:xfrm>
            <a:off x="504000" y="587361"/>
            <a:ext cx="11185080" cy="804198"/>
          </a:xfrm>
        </p:spPr>
        <p:txBody>
          <a:bodyPr anchor="ctr">
            <a:normAutofit/>
          </a:bodyPr>
          <a:lstStyle>
            <a:lvl1pPr>
              <a:lnSpc>
                <a:spcPct val="90000"/>
              </a:lnSpc>
              <a:defRPr b="0">
                <a:latin typeface="Calibri" panose="020F0502020204030204" pitchFamily="34" charset="0"/>
                <a:cs typeface="Calibri" panose="020F0502020204030204" pitchFamily="34" charset="0"/>
              </a:defRPr>
            </a:lvl1pPr>
          </a:lstStyle>
          <a:p>
            <a:r>
              <a:rPr lang="en-US"/>
              <a:t>Insert Slide Title</a:t>
            </a:r>
          </a:p>
        </p:txBody>
      </p:sp>
      <p:sp>
        <p:nvSpPr>
          <p:cNvPr id="19" name="Footer Placeholder 4">
            <a:extLst>
              <a:ext uri="{FF2B5EF4-FFF2-40B4-BE49-F238E27FC236}">
                <a16:creationId xmlns:a16="http://schemas.microsoft.com/office/drawing/2014/main" id="{31D1A11A-B58F-4632-9C0B-11D24DA4105D}"/>
              </a:ext>
            </a:extLst>
          </p:cNvPr>
          <p:cNvSpPr>
            <a:spLocks noGrp="1"/>
          </p:cNvSpPr>
          <p:nvPr>
            <p:ph type="ftr" sz="quarter" idx="3"/>
          </p:nvPr>
        </p:nvSpPr>
        <p:spPr>
          <a:xfrm>
            <a:off x="504000" y="6552000"/>
            <a:ext cx="7184400" cy="180000"/>
          </a:xfrm>
          <a:prstGeom prst="rect">
            <a:avLst/>
          </a:prstGeom>
        </p:spPr>
        <p:txBody>
          <a:bodyPr vert="horz" lIns="0" tIns="0" rIns="0" bIns="0" rtlCol="0" anchor="t" anchorCtr="0"/>
          <a:lstStyle>
            <a:lvl1pPr algn="l">
              <a:defRPr sz="800">
                <a:solidFill>
                  <a:schemeClr val="bg2"/>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1" name="Slide Number Placeholder 5">
            <a:extLst>
              <a:ext uri="{FF2B5EF4-FFF2-40B4-BE49-F238E27FC236}">
                <a16:creationId xmlns:a16="http://schemas.microsoft.com/office/drawing/2014/main" id="{F2A29726-FF71-4099-8BCA-7A060CAC53BF}"/>
              </a:ext>
            </a:extLst>
          </p:cNvPr>
          <p:cNvSpPr>
            <a:spLocks noGrp="1"/>
          </p:cNvSpPr>
          <p:nvPr>
            <p:ph type="sldNum" sz="quarter" idx="4"/>
          </p:nvPr>
        </p:nvSpPr>
        <p:spPr>
          <a:xfrm>
            <a:off x="252000" y="6552000"/>
            <a:ext cx="216000" cy="180000"/>
          </a:xfrm>
          <a:prstGeom prst="rect">
            <a:avLst/>
          </a:prstGeom>
        </p:spPr>
        <p:txBody>
          <a:bodyPr vert="horz" lIns="0" tIns="0" rIns="0" bIns="0" rtlCol="0" anchor="t" anchorCtr="0"/>
          <a:lstStyle>
            <a:lvl1pPr algn="l">
              <a:defRPr sz="800">
                <a:solidFill>
                  <a:schemeClr val="bg2"/>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9" name="Text Placeholder 7">
            <a:extLst>
              <a:ext uri="{FF2B5EF4-FFF2-40B4-BE49-F238E27FC236}">
                <a16:creationId xmlns:a16="http://schemas.microsoft.com/office/drawing/2014/main" id="{D9A36522-3C63-4655-9402-7E144B9E5A68}"/>
              </a:ext>
            </a:extLst>
          </p:cNvPr>
          <p:cNvSpPr>
            <a:spLocks noGrp="1"/>
          </p:cNvSpPr>
          <p:nvPr>
            <p:ph type="body" sz="quarter" idx="13" hasCustomPrompt="1"/>
          </p:nvPr>
        </p:nvSpPr>
        <p:spPr>
          <a:xfrm>
            <a:off x="504000" y="1426463"/>
            <a:ext cx="11183112" cy="320040"/>
          </a:xfrm>
        </p:spPr>
        <p:txBody>
          <a:bodyPr>
            <a:noAutofit/>
          </a:bodyPr>
          <a:lstStyle>
            <a:lvl1pPr marL="18288" indent="0">
              <a:lnSpc>
                <a:spcPct val="95000"/>
              </a:lnSpc>
              <a:spcBef>
                <a:spcPts val="800"/>
              </a:spcBef>
              <a:spcAft>
                <a:spcPts val="0"/>
              </a:spcAft>
              <a:buNone/>
              <a:defRPr sz="2100" b="0" cap="none" spc="0" baseline="0">
                <a:solidFill>
                  <a:schemeClr val="accent6"/>
                </a:solidFill>
              </a:defRPr>
            </a:lvl1pPr>
          </a:lstStyle>
          <a:p>
            <a:pPr lvl="0"/>
            <a:r>
              <a:rPr lang="en-US"/>
              <a:t>Optional Subtitle</a:t>
            </a:r>
          </a:p>
        </p:txBody>
      </p:sp>
      <p:cxnSp>
        <p:nvCxnSpPr>
          <p:cNvPr id="11" name="Straight Connector 10">
            <a:extLst>
              <a:ext uri="{FF2B5EF4-FFF2-40B4-BE49-F238E27FC236}">
                <a16:creationId xmlns:a16="http://schemas.microsoft.com/office/drawing/2014/main" id="{BAC67767-2B17-462A-845C-93E8D79A1FD7}"/>
              </a:ext>
            </a:extLst>
          </p:cNvPr>
          <p:cNvCxnSpPr>
            <a:cxnSpLocks/>
          </p:cNvCxnSpPr>
          <p:nvPr userDrawn="1"/>
        </p:nvCxnSpPr>
        <p:spPr>
          <a:xfrm flipH="1">
            <a:off x="539496" y="452090"/>
            <a:ext cx="914400" cy="0"/>
          </a:xfrm>
          <a:prstGeom prst="line">
            <a:avLst/>
          </a:prstGeom>
          <a:ln w="28575">
            <a:gradFill>
              <a:gsLst>
                <a:gs pos="0">
                  <a:schemeClr val="accent3"/>
                </a:gs>
                <a:gs pos="100000">
                  <a:schemeClr val="accent5"/>
                </a:gs>
              </a:gsLst>
              <a:lin ang="0" scaled="0"/>
            </a:gradFill>
          </a:ln>
        </p:spPr>
        <p:style>
          <a:lnRef idx="1">
            <a:schemeClr val="accent4"/>
          </a:lnRef>
          <a:fillRef idx="0">
            <a:schemeClr val="accent4"/>
          </a:fillRef>
          <a:effectRef idx="0">
            <a:schemeClr val="accent4"/>
          </a:effectRef>
          <a:fontRef idx="minor">
            <a:schemeClr val="tx1"/>
          </a:fontRef>
        </p:style>
      </p:cxnSp>
      <p:sp>
        <p:nvSpPr>
          <p:cNvPr id="12" name="Content Placeholder 3">
            <a:extLst>
              <a:ext uri="{FF2B5EF4-FFF2-40B4-BE49-F238E27FC236}">
                <a16:creationId xmlns:a16="http://schemas.microsoft.com/office/drawing/2014/main" id="{9858EDEB-8A76-4F57-A57F-5373A911A315}"/>
              </a:ext>
            </a:extLst>
          </p:cNvPr>
          <p:cNvSpPr>
            <a:spLocks noGrp="1"/>
          </p:cNvSpPr>
          <p:nvPr>
            <p:ph sz="quarter" idx="16" hasCustomPrompt="1"/>
          </p:nvPr>
        </p:nvSpPr>
        <p:spPr>
          <a:xfrm>
            <a:off x="504000" y="1929384"/>
            <a:ext cx="2482408" cy="3609404"/>
          </a:xfrm>
        </p:spPr>
        <p:txBody>
          <a:bodyPr anchor="ctr"/>
          <a:lstStyle>
            <a:lvl1pPr marL="0" indent="0" algn="ctr">
              <a:buFont typeface="Arial" panose="020B0604020202020204" pitchFamily="34" charset="0"/>
              <a:buNone/>
              <a:defRPr lang="en-US" sz="2300" kern="1200" dirty="0">
                <a:solidFill>
                  <a:schemeClr val="bg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
        <p:nvSpPr>
          <p:cNvPr id="15" name="Content Placeholder 3">
            <a:extLst>
              <a:ext uri="{FF2B5EF4-FFF2-40B4-BE49-F238E27FC236}">
                <a16:creationId xmlns:a16="http://schemas.microsoft.com/office/drawing/2014/main" id="{9A518340-E6AF-484A-9D6D-91EF3F8E1932}"/>
              </a:ext>
            </a:extLst>
          </p:cNvPr>
          <p:cNvSpPr>
            <a:spLocks noGrp="1"/>
          </p:cNvSpPr>
          <p:nvPr>
            <p:ph sz="quarter" idx="18" hasCustomPrompt="1"/>
          </p:nvPr>
        </p:nvSpPr>
        <p:spPr>
          <a:xfrm>
            <a:off x="3617405" y="1929384"/>
            <a:ext cx="2482408" cy="3609404"/>
          </a:xfrm>
        </p:spPr>
        <p:txBody>
          <a:bodyPr anchor="ctr"/>
          <a:lstStyle>
            <a:lvl1pPr marL="0" indent="0" algn="ctr">
              <a:buFont typeface="Arial" panose="020B0604020202020204" pitchFamily="34" charset="0"/>
              <a:buNone/>
              <a:defRPr lang="en-US" sz="2300" kern="1200" dirty="0">
                <a:solidFill>
                  <a:schemeClr val="bg1"/>
                </a:solidFill>
                <a:latin typeface="Calibri" panose="020F0502020204030204" pitchFamily="34" charset="0"/>
                <a:ea typeface="+mn-ea"/>
                <a:cs typeface="Calibri" panose="020F0502020204030204" pitchFamily="34" charset="0"/>
              </a:defRPr>
            </a:lvl1pPr>
          </a:lstStyle>
          <a:p>
            <a:pPr lvl="0"/>
            <a:r>
              <a:rPr lang="en-US"/>
              <a:t>Click icon to </a:t>
            </a:r>
            <a:br>
              <a:rPr lang="en-US"/>
            </a:br>
            <a:r>
              <a:rPr lang="en-US"/>
              <a:t>add object</a:t>
            </a:r>
          </a:p>
        </p:txBody>
      </p:sp>
    </p:spTree>
    <p:extLst>
      <p:ext uri="{BB962C8B-B14F-4D97-AF65-F5344CB8AC3E}">
        <p14:creationId xmlns:p14="http://schemas.microsoft.com/office/powerpoint/2010/main" val="1414738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504000" y="6552000"/>
            <a:ext cx="7184400" cy="180000"/>
          </a:xfrm>
          <a:prstGeom prst="rect">
            <a:avLst/>
          </a:prstGeom>
        </p:spPr>
        <p:txBody>
          <a:bodyPr vert="horz" wrap="square" lIns="0" tIns="0" rIns="0" bIns="0" rtlCol="0" anchor="t" anchorCtr="0">
            <a:noAutofit/>
          </a:bodyPr>
          <a:lstStyle>
            <a:lvl1pPr algn="l">
              <a:defRPr sz="800">
                <a:solidFill>
                  <a:schemeClr val="tx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 name="Title Placeholder 1"/>
          <p:cNvSpPr>
            <a:spLocks noGrp="1"/>
          </p:cNvSpPr>
          <p:nvPr>
            <p:ph type="title"/>
          </p:nvPr>
        </p:nvSpPr>
        <p:spPr>
          <a:xfrm>
            <a:off x="504000" y="548640"/>
            <a:ext cx="11185080" cy="886968"/>
          </a:xfrm>
          <a:prstGeom prst="rect">
            <a:avLst/>
          </a:prstGeom>
        </p:spPr>
        <p:txBody>
          <a:bodyPr vert="horz" wrap="square" lIns="0" tIns="0" rIns="0" bIns="0" rtlCol="0" anchor="ctr" anchorCtr="0">
            <a:normAutofit/>
          </a:bodyPr>
          <a:lstStyle/>
          <a:p>
            <a:r>
              <a:rPr lang="en-US"/>
              <a:t>Click to edit Master title style</a:t>
            </a:r>
          </a:p>
        </p:txBody>
      </p:sp>
      <p:sp>
        <p:nvSpPr>
          <p:cNvPr id="3" name="Text Placeholder 2"/>
          <p:cNvSpPr>
            <a:spLocks noGrp="1"/>
          </p:cNvSpPr>
          <p:nvPr>
            <p:ph type="body" idx="1"/>
          </p:nvPr>
        </p:nvSpPr>
        <p:spPr>
          <a:xfrm>
            <a:off x="504000" y="1704600"/>
            <a:ext cx="7362000" cy="4320000"/>
          </a:xfrm>
          <a:prstGeom prst="rect">
            <a:avLst/>
          </a:prstGeom>
        </p:spPr>
        <p:txBody>
          <a:bodyPr vert="horz" wrap="square"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Continuation level</a:t>
            </a:r>
          </a:p>
          <a:p>
            <a:pPr lvl="6"/>
            <a:r>
              <a:rPr lang="en-US"/>
              <a:t>Continuation level</a:t>
            </a:r>
          </a:p>
          <a:p>
            <a:pPr lvl="7"/>
            <a:r>
              <a:rPr lang="en-US"/>
              <a:t>Continuation level</a:t>
            </a:r>
          </a:p>
        </p:txBody>
      </p:sp>
      <p:sp>
        <p:nvSpPr>
          <p:cNvPr id="6" name="Slide Number Placeholder 5"/>
          <p:cNvSpPr>
            <a:spLocks noGrp="1"/>
          </p:cNvSpPr>
          <p:nvPr>
            <p:ph type="sldNum" sz="quarter" idx="4"/>
          </p:nvPr>
        </p:nvSpPr>
        <p:spPr>
          <a:xfrm>
            <a:off x="252000" y="6552000"/>
            <a:ext cx="216000" cy="180000"/>
          </a:xfrm>
          <a:prstGeom prst="rect">
            <a:avLst/>
          </a:prstGeom>
        </p:spPr>
        <p:txBody>
          <a:bodyPr vert="horz" wrap="square" lIns="0" tIns="0" rIns="0" bIns="0" rtlCol="0" anchor="t" anchorCtr="0">
            <a:noAutofit/>
          </a:bodyPr>
          <a:lstStyle>
            <a:lvl1pPr algn="l">
              <a:defRPr sz="800">
                <a:solidFill>
                  <a:schemeClr val="tx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34" name="TextBox 33">
            <a:extLst>
              <a:ext uri="{FF2B5EF4-FFF2-40B4-BE49-F238E27FC236}">
                <a16:creationId xmlns:a16="http://schemas.microsoft.com/office/drawing/2014/main" id="{1BBB847E-1690-448B-9B8E-0CA2670235B1}"/>
              </a:ext>
            </a:extLst>
          </p:cNvPr>
          <p:cNvSpPr txBox="1"/>
          <p:nvPr userDrawn="1"/>
        </p:nvSpPr>
        <p:spPr>
          <a:xfrm>
            <a:off x="0" y="-372139"/>
            <a:ext cx="9144000" cy="246221"/>
          </a:xfrm>
          <a:prstGeom prst="rect">
            <a:avLst/>
          </a:prstGeom>
          <a:solidFill>
            <a:schemeClr val="bg1">
              <a:lumMod val="95000"/>
            </a:schemeClr>
          </a:solidFill>
        </p:spPr>
        <p:txBody>
          <a:bodyPr wrap="square" rtlCol="0">
            <a:spAutoFit/>
          </a:bodyPr>
          <a:lstStyle/>
          <a:p>
            <a:r>
              <a:rPr lang="en-GB" sz="1000" dirty="0">
                <a:solidFill>
                  <a:schemeClr val="tx1">
                    <a:lumMod val="85000"/>
                    <a:lumOff val="15000"/>
                  </a:schemeClr>
                </a:solidFill>
                <a:latin typeface="Calibri" panose="020F0502020204030204" pitchFamily="34" charset="0"/>
                <a:cs typeface="Calibri" panose="020F0502020204030204" pitchFamily="34" charset="0"/>
              </a:rPr>
              <a:t>When pasting slides</a:t>
            </a:r>
            <a:r>
              <a:rPr lang="en-GB" sz="1000" baseline="0" dirty="0">
                <a:solidFill>
                  <a:schemeClr val="tx1">
                    <a:lumMod val="85000"/>
                    <a:lumOff val="15000"/>
                  </a:schemeClr>
                </a:solidFill>
                <a:latin typeface="Calibri" panose="020F0502020204030204" pitchFamily="34" charset="0"/>
                <a:cs typeface="Calibri" panose="020F0502020204030204" pitchFamily="34" charset="0"/>
              </a:rPr>
              <a:t> in from another deck it is always worth resetting the slide.  Click “Home tab &gt; Reset”, then click “Layout” and choose a suitable slide layout.</a:t>
            </a:r>
            <a:endParaRPr lang="en-GB" sz="1000" dirty="0">
              <a:solidFill>
                <a:schemeClr val="tx1">
                  <a:lumMod val="85000"/>
                  <a:lumOff val="15000"/>
                </a:schemeClr>
              </a:solidFill>
              <a:latin typeface="Calibri" panose="020F0502020204030204" pitchFamily="34" charset="0"/>
              <a:cs typeface="Calibri" panose="020F0502020204030204" pitchFamily="34" charset="0"/>
            </a:endParaRPr>
          </a:p>
        </p:txBody>
      </p:sp>
      <p:grpSp>
        <p:nvGrpSpPr>
          <p:cNvPr id="17" name="Group 51">
            <a:extLst>
              <a:ext uri="{FF2B5EF4-FFF2-40B4-BE49-F238E27FC236}">
                <a16:creationId xmlns:a16="http://schemas.microsoft.com/office/drawing/2014/main" id="{7C21B4F0-18F8-4CA6-AEB7-984FA93FB645}"/>
              </a:ext>
            </a:extLst>
          </p:cNvPr>
          <p:cNvGrpSpPr>
            <a:grpSpLocks noChangeAspect="1"/>
          </p:cNvGrpSpPr>
          <p:nvPr userDrawn="1"/>
        </p:nvGrpSpPr>
        <p:grpSpPr bwMode="auto">
          <a:xfrm>
            <a:off x="10539492" y="6305176"/>
            <a:ext cx="1149588" cy="267392"/>
            <a:chOff x="3618" y="2108"/>
            <a:chExt cx="589" cy="137"/>
          </a:xfrm>
          <a:solidFill>
            <a:schemeClr val="tx2"/>
          </a:solidFill>
        </p:grpSpPr>
        <p:sp>
          <p:nvSpPr>
            <p:cNvPr id="20" name="Freeform 52">
              <a:extLst>
                <a:ext uri="{FF2B5EF4-FFF2-40B4-BE49-F238E27FC236}">
                  <a16:creationId xmlns:a16="http://schemas.microsoft.com/office/drawing/2014/main" id="{6D2208EB-CCE0-4C58-8053-2522F3D7DECF}"/>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3" name="Freeform 53">
              <a:extLst>
                <a:ext uri="{FF2B5EF4-FFF2-40B4-BE49-F238E27FC236}">
                  <a16:creationId xmlns:a16="http://schemas.microsoft.com/office/drawing/2014/main" id="{862F87E6-C000-4342-976C-09B7B80376DD}"/>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4" name="Freeform 54">
              <a:extLst>
                <a:ext uri="{FF2B5EF4-FFF2-40B4-BE49-F238E27FC236}">
                  <a16:creationId xmlns:a16="http://schemas.microsoft.com/office/drawing/2014/main" id="{535B626B-7D53-4E50-AFD7-7BCCB6DC5E6B}"/>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5" name="Freeform 55">
              <a:extLst>
                <a:ext uri="{FF2B5EF4-FFF2-40B4-BE49-F238E27FC236}">
                  <a16:creationId xmlns:a16="http://schemas.microsoft.com/office/drawing/2014/main" id="{D49E2098-365F-4A89-979D-39F9774295B8}"/>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6" name="Freeform 56">
              <a:extLst>
                <a:ext uri="{FF2B5EF4-FFF2-40B4-BE49-F238E27FC236}">
                  <a16:creationId xmlns:a16="http://schemas.microsoft.com/office/drawing/2014/main" id="{89D5FBCA-68AC-488C-8856-D15B2A9C7224}"/>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7" name="Freeform 57">
              <a:extLst>
                <a:ext uri="{FF2B5EF4-FFF2-40B4-BE49-F238E27FC236}">
                  <a16:creationId xmlns:a16="http://schemas.microsoft.com/office/drawing/2014/main" id="{5183AD96-EA70-41DA-B6DF-B1792412B1F3}"/>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8" name="Freeform 58">
              <a:extLst>
                <a:ext uri="{FF2B5EF4-FFF2-40B4-BE49-F238E27FC236}">
                  <a16:creationId xmlns:a16="http://schemas.microsoft.com/office/drawing/2014/main" id="{CEFC2FA5-C239-4646-8D11-C6FD2B8449FE}"/>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9" name="Freeform 59">
              <a:extLst>
                <a:ext uri="{FF2B5EF4-FFF2-40B4-BE49-F238E27FC236}">
                  <a16:creationId xmlns:a16="http://schemas.microsoft.com/office/drawing/2014/main" id="{6C4F0098-7AAD-4172-8F15-CE0A33A41F2B}"/>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31" name="Footer Placeholder 4">
            <a:extLst>
              <a:ext uri="{FF2B5EF4-FFF2-40B4-BE49-F238E27FC236}">
                <a16:creationId xmlns:a16="http://schemas.microsoft.com/office/drawing/2014/main" id="{D6BD5D1B-E862-42B7-891F-60375412F05D}"/>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accent2"/>
                </a:solidFill>
              </a:rPr>
              <a:t>For Internal Use Only</a:t>
            </a:r>
          </a:p>
        </p:txBody>
      </p:sp>
    </p:spTree>
    <p:extLst>
      <p:ext uri="{BB962C8B-B14F-4D97-AF65-F5344CB8AC3E}">
        <p14:creationId xmlns:p14="http://schemas.microsoft.com/office/powerpoint/2010/main" val="3618599258"/>
      </p:ext>
    </p:extLst>
  </p:cSld>
  <p:clrMap bg1="lt1" tx1="dk1" bg2="lt2" tx2="dk2" accent1="accent1" accent2="accent2" accent3="accent3" accent4="accent4" accent5="accent5" accent6="accent6" hlink="hlink" folHlink="folHlink"/>
  <p:sldLayoutIdLst>
    <p:sldLayoutId id="2147483932" r:id="rId1"/>
    <p:sldLayoutId id="2147483999" r:id="rId2"/>
    <p:sldLayoutId id="2147484048" r:id="rId3"/>
    <p:sldLayoutId id="2147483662" r:id="rId4"/>
    <p:sldLayoutId id="2147484037" r:id="rId5"/>
    <p:sldLayoutId id="2147483933" r:id="rId6"/>
    <p:sldLayoutId id="2147484005" r:id="rId7"/>
    <p:sldLayoutId id="2147483664" r:id="rId8"/>
    <p:sldLayoutId id="2147484038" r:id="rId9"/>
    <p:sldLayoutId id="2147483674" r:id="rId10"/>
    <p:sldLayoutId id="2147484039" r:id="rId11"/>
    <p:sldLayoutId id="2147483668" r:id="rId12"/>
    <p:sldLayoutId id="2147484040" r:id="rId13"/>
    <p:sldLayoutId id="2147484053" r:id="rId14"/>
    <p:sldLayoutId id="2147484054" r:id="rId15"/>
    <p:sldLayoutId id="2147484056" r:id="rId16"/>
    <p:sldLayoutId id="2147484057" r:id="rId17"/>
    <p:sldLayoutId id="2147484058" r:id="rId18"/>
  </p:sldLayoutIdLst>
  <p:hf sldNum="0" hdr="0" dt="0"/>
  <p:txStyles>
    <p:titleStyle>
      <a:lvl1pPr algn="l" defTabSz="914400" rtl="0" eaLnBrk="1" latinLnBrk="0" hangingPunct="1">
        <a:lnSpc>
          <a:spcPct val="95000"/>
        </a:lnSpc>
        <a:spcBef>
          <a:spcPct val="0"/>
        </a:spcBef>
        <a:buNone/>
        <a:defRPr sz="3600" b="0" kern="1200" cap="none" baseline="0">
          <a:solidFill>
            <a:srgbClr val="3D1152"/>
          </a:solidFill>
          <a:latin typeface="Calibri" panose="020F0502020204030204" pitchFamily="34" charset="0"/>
          <a:ea typeface="+mj-ea"/>
          <a:cs typeface="Calibri" panose="020F0502020204030204" pitchFamily="34" charset="0"/>
        </a:defRPr>
      </a:lvl1pPr>
    </p:titleStyle>
    <p:bodyStyle>
      <a:lvl1pPr marL="2873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31562" indent="-3429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000" b="0" kern="1200">
          <a:solidFill>
            <a:schemeClr val="tx1"/>
          </a:solidFill>
          <a:latin typeface="Calibri" panose="020F0502020204030204" pitchFamily="34" charset="0"/>
          <a:ea typeface="+mn-ea"/>
          <a:cs typeface="Calibri" panose="020F0502020204030204" pitchFamily="34" charset="0"/>
        </a:defRPr>
      </a:lvl2pPr>
      <a:lvl3pPr marL="864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3pPr>
      <a:lvl4pPr marL="11509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4pPr>
      <a:lvl5pPr marL="1439863"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5pPr>
      <a:lvl6pPr marL="1728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6pPr>
      <a:lvl7pPr marL="2016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7pPr>
      <a:lvl8pPr marL="2304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48">
          <p15:clr>
            <a:srgbClr val="F26B43"/>
          </p15:clr>
        </p15:guide>
        <p15:guide id="2" pos="3840">
          <p15:clr>
            <a:srgbClr val="F26B43"/>
          </p15:clr>
        </p15:guide>
        <p15:guide id="3" pos="316">
          <p15:clr>
            <a:srgbClr val="F26B43"/>
          </p15:clr>
        </p15:guide>
        <p15:guide id="4" orient="horz" pos="23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504000" y="6552000"/>
            <a:ext cx="7184400" cy="180000"/>
          </a:xfrm>
          <a:prstGeom prst="rect">
            <a:avLst/>
          </a:prstGeom>
        </p:spPr>
        <p:txBody>
          <a:bodyPr vert="horz" wrap="square" lIns="0" tIns="0" rIns="0" bIns="0" rtlCol="0" anchor="t" anchorCtr="0">
            <a:noAutofit/>
          </a:bodyPr>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 name="Title Placeholder 1"/>
          <p:cNvSpPr>
            <a:spLocks noGrp="1"/>
          </p:cNvSpPr>
          <p:nvPr>
            <p:ph type="title"/>
          </p:nvPr>
        </p:nvSpPr>
        <p:spPr>
          <a:xfrm>
            <a:off x="504000" y="499092"/>
            <a:ext cx="11185080" cy="396000"/>
          </a:xfrm>
          <a:prstGeom prst="rect">
            <a:avLst/>
          </a:prstGeom>
        </p:spPr>
        <p:txBody>
          <a:bodyPr vert="horz" wrap="square"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504000" y="1704600"/>
            <a:ext cx="7362000" cy="4320000"/>
          </a:xfrm>
          <a:prstGeom prst="rect">
            <a:avLst/>
          </a:prstGeom>
        </p:spPr>
        <p:txBody>
          <a:bodyPr vert="horz" wrap="square"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Continuation level</a:t>
            </a:r>
          </a:p>
          <a:p>
            <a:pPr lvl="6"/>
            <a:r>
              <a:rPr lang="en-US"/>
              <a:t>Continuation level</a:t>
            </a:r>
          </a:p>
          <a:p>
            <a:pPr lvl="7"/>
            <a:r>
              <a:rPr lang="en-US"/>
              <a:t>Continuation level</a:t>
            </a:r>
          </a:p>
        </p:txBody>
      </p:sp>
      <p:sp>
        <p:nvSpPr>
          <p:cNvPr id="6" name="Slide Number Placeholder 5"/>
          <p:cNvSpPr>
            <a:spLocks noGrp="1"/>
          </p:cNvSpPr>
          <p:nvPr>
            <p:ph type="sldNum" sz="quarter" idx="4"/>
          </p:nvPr>
        </p:nvSpPr>
        <p:spPr>
          <a:xfrm>
            <a:off x="252000" y="6552000"/>
            <a:ext cx="216000" cy="180000"/>
          </a:xfrm>
          <a:prstGeom prst="rect">
            <a:avLst/>
          </a:prstGeom>
        </p:spPr>
        <p:txBody>
          <a:bodyPr vert="horz" wrap="square" lIns="0" tIns="0" rIns="0" bIns="0" rtlCol="0" anchor="t" anchorCtr="0">
            <a:noAutofit/>
          </a:bodyPr>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34" name="TextBox 33">
            <a:extLst>
              <a:ext uri="{FF2B5EF4-FFF2-40B4-BE49-F238E27FC236}">
                <a16:creationId xmlns:a16="http://schemas.microsoft.com/office/drawing/2014/main" id="{1BBB847E-1690-448B-9B8E-0CA2670235B1}"/>
              </a:ext>
            </a:extLst>
          </p:cNvPr>
          <p:cNvSpPr txBox="1"/>
          <p:nvPr userDrawn="1"/>
        </p:nvSpPr>
        <p:spPr>
          <a:xfrm>
            <a:off x="0" y="-372139"/>
            <a:ext cx="9144000" cy="246221"/>
          </a:xfrm>
          <a:prstGeom prst="rect">
            <a:avLst/>
          </a:prstGeom>
          <a:solidFill>
            <a:schemeClr val="bg1">
              <a:lumMod val="95000"/>
            </a:schemeClr>
          </a:solidFill>
        </p:spPr>
        <p:txBody>
          <a:bodyPr wrap="square" rtlCol="0">
            <a:spAutoFit/>
          </a:bodyPr>
          <a:lstStyle/>
          <a:p>
            <a:r>
              <a:rPr lang="en-GB" sz="1000" dirty="0">
                <a:solidFill>
                  <a:schemeClr val="tx1">
                    <a:lumMod val="85000"/>
                    <a:lumOff val="15000"/>
                  </a:schemeClr>
                </a:solidFill>
                <a:latin typeface="Calibri" panose="020F0502020204030204" pitchFamily="34" charset="0"/>
                <a:cs typeface="Calibri" panose="020F0502020204030204" pitchFamily="34" charset="0"/>
              </a:rPr>
              <a:t>When pasting slides</a:t>
            </a:r>
            <a:r>
              <a:rPr lang="en-GB" sz="1000" baseline="0" dirty="0">
                <a:solidFill>
                  <a:schemeClr val="tx1">
                    <a:lumMod val="85000"/>
                    <a:lumOff val="15000"/>
                  </a:schemeClr>
                </a:solidFill>
                <a:latin typeface="Calibri" panose="020F0502020204030204" pitchFamily="34" charset="0"/>
                <a:cs typeface="Calibri" panose="020F0502020204030204" pitchFamily="34" charset="0"/>
              </a:rPr>
              <a:t> in from another deck it is always worth resetting the slide.  Click “Home tab &gt; Reset”, then click “Layout” and choose a suitable slide layout.</a:t>
            </a:r>
            <a:endParaRPr lang="en-GB" sz="1000" dirty="0">
              <a:solidFill>
                <a:schemeClr val="tx1">
                  <a:lumMod val="85000"/>
                  <a:lumOff val="15000"/>
                </a:schemeClr>
              </a:solidFill>
              <a:latin typeface="Calibri" panose="020F0502020204030204" pitchFamily="34" charset="0"/>
              <a:cs typeface="Calibri" panose="020F0502020204030204" pitchFamily="34" charset="0"/>
            </a:endParaRPr>
          </a:p>
        </p:txBody>
      </p:sp>
      <p:grpSp>
        <p:nvGrpSpPr>
          <p:cNvPr id="32" name="Group 51">
            <a:extLst>
              <a:ext uri="{FF2B5EF4-FFF2-40B4-BE49-F238E27FC236}">
                <a16:creationId xmlns:a16="http://schemas.microsoft.com/office/drawing/2014/main" id="{38B80086-B697-43F9-9DC7-EEB37EF80D07}"/>
              </a:ext>
            </a:extLst>
          </p:cNvPr>
          <p:cNvGrpSpPr>
            <a:grpSpLocks noChangeAspect="1"/>
          </p:cNvGrpSpPr>
          <p:nvPr userDrawn="1"/>
        </p:nvGrpSpPr>
        <p:grpSpPr bwMode="auto">
          <a:xfrm>
            <a:off x="10539492" y="6305176"/>
            <a:ext cx="1149588" cy="267392"/>
            <a:chOff x="3618" y="2108"/>
            <a:chExt cx="589" cy="137"/>
          </a:xfrm>
          <a:solidFill>
            <a:schemeClr val="bg1"/>
          </a:solidFill>
        </p:grpSpPr>
        <p:sp>
          <p:nvSpPr>
            <p:cNvPr id="35" name="Freeform 52">
              <a:extLst>
                <a:ext uri="{FF2B5EF4-FFF2-40B4-BE49-F238E27FC236}">
                  <a16:creationId xmlns:a16="http://schemas.microsoft.com/office/drawing/2014/main" id="{9E1290AA-A663-4B19-B1EC-55AE2A8F7B87}"/>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6" name="Freeform 53">
              <a:extLst>
                <a:ext uri="{FF2B5EF4-FFF2-40B4-BE49-F238E27FC236}">
                  <a16:creationId xmlns:a16="http://schemas.microsoft.com/office/drawing/2014/main" id="{2A4B03E4-A0BB-4E05-AC03-9811E284187F}"/>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7" name="Freeform 54">
              <a:extLst>
                <a:ext uri="{FF2B5EF4-FFF2-40B4-BE49-F238E27FC236}">
                  <a16:creationId xmlns:a16="http://schemas.microsoft.com/office/drawing/2014/main" id="{500E8048-5876-4668-9DE2-6E3A838E4405}"/>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38" name="Freeform 55">
              <a:extLst>
                <a:ext uri="{FF2B5EF4-FFF2-40B4-BE49-F238E27FC236}">
                  <a16:creationId xmlns:a16="http://schemas.microsoft.com/office/drawing/2014/main" id="{C9BAA33A-68F0-4FD6-8E4A-45C7C7533050}"/>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0" name="Freeform 56">
              <a:extLst>
                <a:ext uri="{FF2B5EF4-FFF2-40B4-BE49-F238E27FC236}">
                  <a16:creationId xmlns:a16="http://schemas.microsoft.com/office/drawing/2014/main" id="{5A1B0E5D-3F2C-44BC-9B25-9411BE5A5CE4}"/>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1" name="Freeform 57">
              <a:extLst>
                <a:ext uri="{FF2B5EF4-FFF2-40B4-BE49-F238E27FC236}">
                  <a16:creationId xmlns:a16="http://schemas.microsoft.com/office/drawing/2014/main" id="{3435515D-9509-4497-958D-2707400C66C9}"/>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2" name="Freeform 58">
              <a:extLst>
                <a:ext uri="{FF2B5EF4-FFF2-40B4-BE49-F238E27FC236}">
                  <a16:creationId xmlns:a16="http://schemas.microsoft.com/office/drawing/2014/main" id="{FB983252-E52B-4101-938A-B0E71C604588}"/>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43" name="Freeform 59">
              <a:extLst>
                <a:ext uri="{FF2B5EF4-FFF2-40B4-BE49-F238E27FC236}">
                  <a16:creationId xmlns:a16="http://schemas.microsoft.com/office/drawing/2014/main" id="{FEF0B41D-55CB-4DA3-AE0D-2D1EAAA09190}"/>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434224665"/>
      </p:ext>
    </p:extLst>
  </p:cSld>
  <p:clrMap bg1="lt1" tx1="dk1" bg2="lt2" tx2="dk2" accent1="accent1" accent2="accent2" accent3="accent3" accent4="accent4" accent5="accent5" accent6="accent6" hlink="hlink" folHlink="folHlink"/>
  <p:sldLayoutIdLst>
    <p:sldLayoutId id="2147484024" r:id="rId1"/>
    <p:sldLayoutId id="2147484050" r:id="rId2"/>
    <p:sldLayoutId id="2147484047" r:id="rId3"/>
    <p:sldLayoutId id="2147484031" r:id="rId4"/>
    <p:sldLayoutId id="2147484034" r:id="rId5"/>
    <p:sldLayoutId id="2147484035" r:id="rId6"/>
    <p:sldLayoutId id="2147484052" r:id="rId7"/>
  </p:sldLayoutIdLst>
  <p:hf sldNum="0" hdr="0" dt="0"/>
  <p:txStyles>
    <p:titleStyle>
      <a:lvl1pPr algn="l" defTabSz="914400" rtl="0" eaLnBrk="1" latinLnBrk="0" hangingPunct="1">
        <a:lnSpc>
          <a:spcPct val="95000"/>
        </a:lnSpc>
        <a:spcBef>
          <a:spcPct val="0"/>
        </a:spcBef>
        <a:buNone/>
        <a:defRPr sz="3600" b="0" kern="1200" cap="none" baseline="0">
          <a:solidFill>
            <a:schemeClr val="bg1"/>
          </a:solidFill>
          <a:latin typeface="Calibri" panose="020F0502020204030204" pitchFamily="34" charset="0"/>
          <a:ea typeface="+mj-ea"/>
          <a:cs typeface="Calibri" panose="020F0502020204030204" pitchFamily="34" charset="0"/>
        </a:defRPr>
      </a:lvl1pPr>
    </p:titleStyle>
    <p:bodyStyle>
      <a:lvl1pPr marL="2873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400" kern="1200">
          <a:solidFill>
            <a:schemeClr val="bg1"/>
          </a:solidFill>
          <a:latin typeface="Calibri" panose="020F0502020204030204" pitchFamily="34" charset="0"/>
          <a:ea typeface="+mn-ea"/>
          <a:cs typeface="Calibri" panose="020F0502020204030204" pitchFamily="34" charset="0"/>
        </a:defRPr>
      </a:lvl1pPr>
      <a:lvl2pPr marL="576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000" b="0" kern="1200">
          <a:solidFill>
            <a:schemeClr val="bg1"/>
          </a:solidFill>
          <a:latin typeface="Calibri" panose="020F0502020204030204" pitchFamily="34" charset="0"/>
          <a:ea typeface="+mn-ea"/>
          <a:cs typeface="Calibri" panose="020F0502020204030204" pitchFamily="34" charset="0"/>
        </a:defRPr>
      </a:lvl2pPr>
      <a:lvl3pPr marL="864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3pPr>
      <a:lvl4pPr marL="11509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4pPr>
      <a:lvl5pPr marL="1439863"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5pPr>
      <a:lvl6pPr marL="1728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6pPr>
      <a:lvl7pPr marL="2016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7pPr>
      <a:lvl8pPr marL="2304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48">
          <p15:clr>
            <a:srgbClr val="F26B43"/>
          </p15:clr>
        </p15:guide>
        <p15:guide id="2" pos="3840">
          <p15:clr>
            <a:srgbClr val="F26B43"/>
          </p15:clr>
        </p15:guide>
        <p15:guide id="3" pos="316">
          <p15:clr>
            <a:srgbClr val="F26B43"/>
          </p15:clr>
        </p15:guide>
        <p15:guide id="4" orient="horz" pos="23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504000" y="6552000"/>
            <a:ext cx="7184400" cy="180000"/>
          </a:xfrm>
          <a:prstGeom prst="rect">
            <a:avLst/>
          </a:prstGeom>
        </p:spPr>
        <p:txBody>
          <a:bodyPr vert="horz" wrap="square" lIns="0" tIns="0" rIns="0" bIns="0" rtlCol="0" anchor="t" anchorCtr="0">
            <a:noAutofit/>
          </a:bodyPr>
          <a:lstStyle>
            <a:lvl1pPr algn="l">
              <a:defRPr sz="800">
                <a:solidFill>
                  <a:schemeClr val="bg1"/>
                </a:solidFill>
                <a:latin typeface="Calibri" panose="020F0502020204030204" pitchFamily="34" charset="0"/>
                <a:cs typeface="Calibri" panose="020F0502020204030204" pitchFamily="34" charset="0"/>
              </a:defRPr>
            </a:lvl1pPr>
          </a:lstStyle>
          <a:p>
            <a:r>
              <a:rPr lang="en-GB" dirty="0"/>
              <a:t>© 2019 AVEVA Group plc and its subsidiaries. All rights reserved.</a:t>
            </a:r>
          </a:p>
        </p:txBody>
      </p:sp>
      <p:sp>
        <p:nvSpPr>
          <p:cNvPr id="2" name="Title Placeholder 1"/>
          <p:cNvSpPr>
            <a:spLocks noGrp="1"/>
          </p:cNvSpPr>
          <p:nvPr>
            <p:ph type="title"/>
          </p:nvPr>
        </p:nvSpPr>
        <p:spPr>
          <a:xfrm>
            <a:off x="504000" y="548640"/>
            <a:ext cx="11185080" cy="886968"/>
          </a:xfrm>
          <a:prstGeom prst="rect">
            <a:avLst/>
          </a:prstGeom>
        </p:spPr>
        <p:txBody>
          <a:bodyPr vert="horz" wrap="square" lIns="0" tIns="0" rIns="0" bIns="0" rtlCol="0" anchor="ctr" anchorCtr="0">
            <a:normAutofit/>
          </a:bodyPr>
          <a:lstStyle/>
          <a:p>
            <a:r>
              <a:rPr lang="en-US"/>
              <a:t>Insert Slide Title</a:t>
            </a:r>
          </a:p>
        </p:txBody>
      </p:sp>
      <p:sp>
        <p:nvSpPr>
          <p:cNvPr id="3" name="Text Placeholder 2"/>
          <p:cNvSpPr>
            <a:spLocks noGrp="1"/>
          </p:cNvSpPr>
          <p:nvPr>
            <p:ph type="body" idx="1"/>
          </p:nvPr>
        </p:nvSpPr>
        <p:spPr>
          <a:xfrm>
            <a:off x="504000" y="1704600"/>
            <a:ext cx="7362000" cy="4320000"/>
          </a:xfrm>
          <a:prstGeom prst="rect">
            <a:avLst/>
          </a:prstGeom>
        </p:spPr>
        <p:txBody>
          <a:bodyPr vert="horz" wrap="square"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Continuation level</a:t>
            </a:r>
          </a:p>
          <a:p>
            <a:pPr lvl="6"/>
            <a:r>
              <a:rPr lang="en-US"/>
              <a:t>Continuation level</a:t>
            </a:r>
          </a:p>
          <a:p>
            <a:pPr lvl="7"/>
            <a:r>
              <a:rPr lang="en-US"/>
              <a:t>Continuation level</a:t>
            </a:r>
          </a:p>
        </p:txBody>
      </p:sp>
      <p:sp>
        <p:nvSpPr>
          <p:cNvPr id="6" name="Slide Number Placeholder 5"/>
          <p:cNvSpPr>
            <a:spLocks noGrp="1"/>
          </p:cNvSpPr>
          <p:nvPr>
            <p:ph type="sldNum" sz="quarter" idx="4"/>
          </p:nvPr>
        </p:nvSpPr>
        <p:spPr>
          <a:xfrm>
            <a:off x="252000" y="6552000"/>
            <a:ext cx="216000" cy="180000"/>
          </a:xfrm>
          <a:prstGeom prst="rect">
            <a:avLst/>
          </a:prstGeom>
        </p:spPr>
        <p:txBody>
          <a:bodyPr vert="horz" wrap="square" lIns="0" tIns="0" rIns="0" bIns="0" rtlCol="0" anchor="t" anchorCtr="0">
            <a:noAutofit/>
          </a:bodyPr>
          <a:lstStyle>
            <a:lvl1pPr algn="l">
              <a:defRPr sz="800">
                <a:solidFill>
                  <a:schemeClr val="bg1"/>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34" name="TextBox 33">
            <a:extLst>
              <a:ext uri="{FF2B5EF4-FFF2-40B4-BE49-F238E27FC236}">
                <a16:creationId xmlns:a16="http://schemas.microsoft.com/office/drawing/2014/main" id="{1BBB847E-1690-448B-9B8E-0CA2670235B1}"/>
              </a:ext>
            </a:extLst>
          </p:cNvPr>
          <p:cNvSpPr txBox="1"/>
          <p:nvPr userDrawn="1"/>
        </p:nvSpPr>
        <p:spPr>
          <a:xfrm>
            <a:off x="0" y="-372139"/>
            <a:ext cx="9144000" cy="246221"/>
          </a:xfrm>
          <a:prstGeom prst="rect">
            <a:avLst/>
          </a:prstGeom>
          <a:solidFill>
            <a:schemeClr val="bg1">
              <a:lumMod val="95000"/>
            </a:schemeClr>
          </a:solidFill>
        </p:spPr>
        <p:txBody>
          <a:bodyPr wrap="square" rtlCol="0">
            <a:spAutoFit/>
          </a:bodyPr>
          <a:lstStyle/>
          <a:p>
            <a:r>
              <a:rPr lang="en-GB" sz="1000" dirty="0">
                <a:solidFill>
                  <a:schemeClr val="tx1">
                    <a:lumMod val="85000"/>
                    <a:lumOff val="15000"/>
                  </a:schemeClr>
                </a:solidFill>
                <a:latin typeface="Calibri" panose="020F0502020204030204" pitchFamily="34" charset="0"/>
                <a:cs typeface="Calibri" panose="020F0502020204030204" pitchFamily="34" charset="0"/>
              </a:rPr>
              <a:t>When pasting slides</a:t>
            </a:r>
            <a:r>
              <a:rPr lang="en-GB" sz="1000" baseline="0" dirty="0">
                <a:solidFill>
                  <a:schemeClr val="tx1">
                    <a:lumMod val="85000"/>
                    <a:lumOff val="15000"/>
                  </a:schemeClr>
                </a:solidFill>
                <a:latin typeface="Calibri" panose="020F0502020204030204" pitchFamily="34" charset="0"/>
                <a:cs typeface="Calibri" panose="020F0502020204030204" pitchFamily="34" charset="0"/>
              </a:rPr>
              <a:t> in from another deck it is always worth resetting the slide.  Click “Home tab &gt; Reset”, then click “Layout” and choose a suitable slide layout.</a:t>
            </a:r>
            <a:endParaRPr lang="en-GB" sz="1000" dirty="0">
              <a:solidFill>
                <a:schemeClr val="tx1">
                  <a:lumMod val="85000"/>
                  <a:lumOff val="15000"/>
                </a:schemeClr>
              </a:solidFill>
              <a:latin typeface="Calibri" panose="020F0502020204030204" pitchFamily="34" charset="0"/>
              <a:cs typeface="Calibri" panose="020F0502020204030204" pitchFamily="34" charset="0"/>
            </a:endParaRPr>
          </a:p>
        </p:txBody>
      </p:sp>
      <p:grpSp>
        <p:nvGrpSpPr>
          <p:cNvPr id="16" name="Group 51">
            <a:extLst>
              <a:ext uri="{FF2B5EF4-FFF2-40B4-BE49-F238E27FC236}">
                <a16:creationId xmlns:a16="http://schemas.microsoft.com/office/drawing/2014/main" id="{12741FCE-D644-4835-A209-42D27CDB80C2}"/>
              </a:ext>
            </a:extLst>
          </p:cNvPr>
          <p:cNvGrpSpPr>
            <a:grpSpLocks noChangeAspect="1"/>
          </p:cNvGrpSpPr>
          <p:nvPr userDrawn="1"/>
        </p:nvGrpSpPr>
        <p:grpSpPr bwMode="auto">
          <a:xfrm>
            <a:off x="10539492" y="6305176"/>
            <a:ext cx="1149588" cy="267392"/>
            <a:chOff x="3618" y="2108"/>
            <a:chExt cx="589" cy="137"/>
          </a:xfrm>
          <a:solidFill>
            <a:schemeClr val="bg1"/>
          </a:solidFill>
        </p:grpSpPr>
        <p:sp>
          <p:nvSpPr>
            <p:cNvPr id="17" name="Freeform 52">
              <a:extLst>
                <a:ext uri="{FF2B5EF4-FFF2-40B4-BE49-F238E27FC236}">
                  <a16:creationId xmlns:a16="http://schemas.microsoft.com/office/drawing/2014/main" id="{0972CCF4-703A-481A-966B-D0540475CDE9}"/>
                </a:ext>
              </a:extLst>
            </p:cNvPr>
            <p:cNvSpPr>
              <a:spLocks/>
            </p:cNvSpPr>
            <p:nvPr userDrawn="1"/>
          </p:nvSpPr>
          <p:spPr bwMode="auto">
            <a:xfrm>
              <a:off x="3878" y="2226"/>
              <a:ext cx="89" cy="19"/>
            </a:xfrm>
            <a:custGeom>
              <a:avLst/>
              <a:gdLst>
                <a:gd name="T0" fmla="*/ 0 w 93"/>
                <a:gd name="T1" fmla="*/ 19 h 20"/>
                <a:gd name="T2" fmla="*/ 0 w 93"/>
                <a:gd name="T3" fmla="*/ 2 h 20"/>
                <a:gd name="T4" fmla="*/ 2 w 93"/>
                <a:gd name="T5" fmla="*/ 0 h 20"/>
                <a:gd name="T6" fmla="*/ 92 w 93"/>
                <a:gd name="T7" fmla="*/ 0 h 20"/>
                <a:gd name="T8" fmla="*/ 93 w 93"/>
                <a:gd name="T9" fmla="*/ 2 h 20"/>
                <a:gd name="T10" fmla="*/ 93 w 93"/>
                <a:gd name="T11" fmla="*/ 19 h 20"/>
                <a:gd name="T12" fmla="*/ 92 w 93"/>
                <a:gd name="T13" fmla="*/ 20 h 20"/>
                <a:gd name="T14" fmla="*/ 2 w 93"/>
                <a:gd name="T15" fmla="*/ 20 h 20"/>
                <a:gd name="T16" fmla="*/ 0 w 93"/>
                <a:gd name="T17"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9"/>
                  </a:moveTo>
                  <a:cubicBezTo>
                    <a:pt x="0" y="2"/>
                    <a:pt x="0" y="2"/>
                    <a:pt x="0" y="2"/>
                  </a:cubicBezTo>
                  <a:cubicBezTo>
                    <a:pt x="0" y="1"/>
                    <a:pt x="1" y="0"/>
                    <a:pt x="2" y="0"/>
                  </a:cubicBezTo>
                  <a:cubicBezTo>
                    <a:pt x="92" y="0"/>
                    <a:pt x="92" y="0"/>
                    <a:pt x="92" y="0"/>
                  </a:cubicBezTo>
                  <a:cubicBezTo>
                    <a:pt x="93" y="0"/>
                    <a:pt x="93" y="1"/>
                    <a:pt x="93" y="2"/>
                  </a:cubicBezTo>
                  <a:cubicBezTo>
                    <a:pt x="93" y="19"/>
                    <a:pt x="93" y="19"/>
                    <a:pt x="93" y="19"/>
                  </a:cubicBezTo>
                  <a:cubicBezTo>
                    <a:pt x="93" y="19"/>
                    <a:pt x="93" y="20"/>
                    <a:pt x="92" y="20"/>
                  </a:cubicBezTo>
                  <a:cubicBezTo>
                    <a:pt x="2" y="20"/>
                    <a:pt x="2" y="20"/>
                    <a:pt x="2" y="20"/>
                  </a:cubicBezTo>
                  <a:cubicBezTo>
                    <a:pt x="1" y="20"/>
                    <a:pt x="0" y="19"/>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8" name="Freeform 53">
              <a:extLst>
                <a:ext uri="{FF2B5EF4-FFF2-40B4-BE49-F238E27FC236}">
                  <a16:creationId xmlns:a16="http://schemas.microsoft.com/office/drawing/2014/main" id="{2537CED6-2999-4B03-8943-8675937B9C06}"/>
                </a:ext>
              </a:extLst>
            </p:cNvPr>
            <p:cNvSpPr>
              <a:spLocks/>
            </p:cNvSpPr>
            <p:nvPr userDrawn="1"/>
          </p:nvSpPr>
          <p:spPr bwMode="auto">
            <a:xfrm>
              <a:off x="3878" y="2167"/>
              <a:ext cx="89" cy="20"/>
            </a:xfrm>
            <a:custGeom>
              <a:avLst/>
              <a:gdLst>
                <a:gd name="T0" fmla="*/ 0 w 93"/>
                <a:gd name="T1" fmla="*/ 18 h 20"/>
                <a:gd name="T2" fmla="*/ 0 w 93"/>
                <a:gd name="T3" fmla="*/ 2 h 20"/>
                <a:gd name="T4" fmla="*/ 2 w 93"/>
                <a:gd name="T5" fmla="*/ 0 h 20"/>
                <a:gd name="T6" fmla="*/ 92 w 93"/>
                <a:gd name="T7" fmla="*/ 0 h 20"/>
                <a:gd name="T8" fmla="*/ 93 w 93"/>
                <a:gd name="T9" fmla="*/ 2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2"/>
                    <a:pt x="0" y="2"/>
                    <a:pt x="0" y="2"/>
                  </a:cubicBezTo>
                  <a:cubicBezTo>
                    <a:pt x="0" y="1"/>
                    <a:pt x="1" y="0"/>
                    <a:pt x="2" y="0"/>
                  </a:cubicBezTo>
                  <a:cubicBezTo>
                    <a:pt x="92" y="0"/>
                    <a:pt x="92" y="0"/>
                    <a:pt x="92" y="0"/>
                  </a:cubicBezTo>
                  <a:cubicBezTo>
                    <a:pt x="93" y="0"/>
                    <a:pt x="93" y="1"/>
                    <a:pt x="93" y="2"/>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19" name="Freeform 54">
              <a:extLst>
                <a:ext uri="{FF2B5EF4-FFF2-40B4-BE49-F238E27FC236}">
                  <a16:creationId xmlns:a16="http://schemas.microsoft.com/office/drawing/2014/main" id="{EBDF2806-0918-47ED-B97F-2EFFF368D736}"/>
                </a:ext>
              </a:extLst>
            </p:cNvPr>
            <p:cNvSpPr>
              <a:spLocks/>
            </p:cNvSpPr>
            <p:nvPr userDrawn="1"/>
          </p:nvSpPr>
          <p:spPr bwMode="auto">
            <a:xfrm>
              <a:off x="3878" y="2109"/>
              <a:ext cx="89" cy="19"/>
            </a:xfrm>
            <a:custGeom>
              <a:avLst/>
              <a:gdLst>
                <a:gd name="T0" fmla="*/ 0 w 93"/>
                <a:gd name="T1" fmla="*/ 18 h 20"/>
                <a:gd name="T2" fmla="*/ 0 w 93"/>
                <a:gd name="T3" fmla="*/ 1 h 20"/>
                <a:gd name="T4" fmla="*/ 2 w 93"/>
                <a:gd name="T5" fmla="*/ 0 h 20"/>
                <a:gd name="T6" fmla="*/ 92 w 93"/>
                <a:gd name="T7" fmla="*/ 0 h 20"/>
                <a:gd name="T8" fmla="*/ 93 w 93"/>
                <a:gd name="T9" fmla="*/ 1 h 20"/>
                <a:gd name="T10" fmla="*/ 93 w 93"/>
                <a:gd name="T11" fmla="*/ 18 h 20"/>
                <a:gd name="T12" fmla="*/ 92 w 93"/>
                <a:gd name="T13" fmla="*/ 20 h 20"/>
                <a:gd name="T14" fmla="*/ 2 w 93"/>
                <a:gd name="T15" fmla="*/ 20 h 20"/>
                <a:gd name="T16" fmla="*/ 0 w 93"/>
                <a:gd name="T17" fmla="*/ 1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20">
                  <a:moveTo>
                    <a:pt x="0" y="18"/>
                  </a:moveTo>
                  <a:cubicBezTo>
                    <a:pt x="0" y="1"/>
                    <a:pt x="0" y="1"/>
                    <a:pt x="0" y="1"/>
                  </a:cubicBezTo>
                  <a:cubicBezTo>
                    <a:pt x="0" y="0"/>
                    <a:pt x="1" y="0"/>
                    <a:pt x="2" y="0"/>
                  </a:cubicBezTo>
                  <a:cubicBezTo>
                    <a:pt x="92" y="0"/>
                    <a:pt x="92" y="0"/>
                    <a:pt x="92" y="0"/>
                  </a:cubicBezTo>
                  <a:cubicBezTo>
                    <a:pt x="93" y="0"/>
                    <a:pt x="93" y="0"/>
                    <a:pt x="93" y="1"/>
                  </a:cubicBezTo>
                  <a:cubicBezTo>
                    <a:pt x="93" y="18"/>
                    <a:pt x="93" y="18"/>
                    <a:pt x="93" y="18"/>
                  </a:cubicBezTo>
                  <a:cubicBezTo>
                    <a:pt x="93" y="19"/>
                    <a:pt x="93" y="20"/>
                    <a:pt x="92" y="20"/>
                  </a:cubicBezTo>
                  <a:cubicBezTo>
                    <a:pt x="2" y="20"/>
                    <a:pt x="2" y="20"/>
                    <a:pt x="2" y="20"/>
                  </a:cubicBezTo>
                  <a:cubicBezTo>
                    <a:pt x="1" y="20"/>
                    <a:pt x="0" y="19"/>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0" name="Freeform 55">
              <a:extLst>
                <a:ext uri="{FF2B5EF4-FFF2-40B4-BE49-F238E27FC236}">
                  <a16:creationId xmlns:a16="http://schemas.microsoft.com/office/drawing/2014/main" id="{94567097-BC7C-4F7B-AE1A-49AD5C10DEE4}"/>
                </a:ext>
              </a:extLst>
            </p:cNvPr>
            <p:cNvSpPr>
              <a:spLocks/>
            </p:cNvSpPr>
            <p:nvPr userDrawn="1"/>
          </p:nvSpPr>
          <p:spPr bwMode="auto">
            <a:xfrm>
              <a:off x="3741" y="2109"/>
              <a:ext cx="117" cy="136"/>
            </a:xfrm>
            <a:custGeom>
              <a:avLst/>
              <a:gdLst>
                <a:gd name="T0" fmla="*/ 21 w 122"/>
                <a:gd name="T1" fmla="*/ 1 h 140"/>
                <a:gd name="T2" fmla="*/ 60 w 122"/>
                <a:gd name="T3" fmla="*/ 88 h 140"/>
                <a:gd name="T4" fmla="*/ 63 w 122"/>
                <a:gd name="T5" fmla="*/ 88 h 140"/>
                <a:gd name="T6" fmla="*/ 100 w 122"/>
                <a:gd name="T7" fmla="*/ 1 h 140"/>
                <a:gd name="T8" fmla="*/ 102 w 122"/>
                <a:gd name="T9" fmla="*/ 0 h 140"/>
                <a:gd name="T10" fmla="*/ 120 w 122"/>
                <a:gd name="T11" fmla="*/ 0 h 140"/>
                <a:gd name="T12" fmla="*/ 122 w 122"/>
                <a:gd name="T13" fmla="*/ 2 h 140"/>
                <a:gd name="T14" fmla="*/ 63 w 122"/>
                <a:gd name="T15" fmla="*/ 139 h 140"/>
                <a:gd name="T16" fmla="*/ 60 w 122"/>
                <a:gd name="T17" fmla="*/ 139 h 140"/>
                <a:gd name="T18" fmla="*/ 0 w 122"/>
                <a:gd name="T19" fmla="*/ 2 h 140"/>
                <a:gd name="T20" fmla="*/ 2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3" y="88"/>
                  </a:cubicBezTo>
                  <a:cubicBezTo>
                    <a:pt x="100" y="1"/>
                    <a:pt x="100" y="1"/>
                    <a:pt x="100" y="1"/>
                  </a:cubicBezTo>
                  <a:cubicBezTo>
                    <a:pt x="101" y="0"/>
                    <a:pt x="101" y="0"/>
                    <a:pt x="102" y="0"/>
                  </a:cubicBezTo>
                  <a:cubicBezTo>
                    <a:pt x="120" y="0"/>
                    <a:pt x="120" y="0"/>
                    <a:pt x="120" y="0"/>
                  </a:cubicBezTo>
                  <a:cubicBezTo>
                    <a:pt x="121" y="0"/>
                    <a:pt x="122" y="1"/>
                    <a:pt x="122" y="2"/>
                  </a:cubicBezTo>
                  <a:cubicBezTo>
                    <a:pt x="63" y="139"/>
                    <a:pt x="63" y="139"/>
                    <a:pt x="63" y="139"/>
                  </a:cubicBezTo>
                  <a:cubicBezTo>
                    <a:pt x="62" y="140"/>
                    <a:pt x="60" y="140"/>
                    <a:pt x="60" y="139"/>
                  </a:cubicBezTo>
                  <a:cubicBezTo>
                    <a:pt x="0" y="2"/>
                    <a:pt x="0" y="2"/>
                    <a:pt x="0" y="2"/>
                  </a:cubicBezTo>
                  <a:cubicBezTo>
                    <a:pt x="0" y="1"/>
                    <a:pt x="0" y="0"/>
                    <a:pt x="2" y="0"/>
                  </a:cubicBezTo>
                  <a:cubicBezTo>
                    <a:pt x="20" y="0"/>
                    <a:pt x="20" y="0"/>
                    <a:pt x="20" y="0"/>
                  </a:cubicBezTo>
                  <a:cubicBezTo>
                    <a:pt x="21"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1" name="Freeform 56">
              <a:extLst>
                <a:ext uri="{FF2B5EF4-FFF2-40B4-BE49-F238E27FC236}">
                  <a16:creationId xmlns:a16="http://schemas.microsoft.com/office/drawing/2014/main" id="{200F343F-C3A7-4400-AA46-6D571970D6AE}"/>
                </a:ext>
              </a:extLst>
            </p:cNvPr>
            <p:cNvSpPr>
              <a:spLocks noEditPoints="1"/>
            </p:cNvSpPr>
            <p:nvPr userDrawn="1"/>
          </p:nvSpPr>
          <p:spPr bwMode="auto">
            <a:xfrm>
              <a:off x="3618" y="2108"/>
              <a:ext cx="136" cy="137"/>
            </a:xfrm>
            <a:custGeom>
              <a:avLst/>
              <a:gdLst>
                <a:gd name="T0" fmla="*/ 142 w 142"/>
                <a:gd name="T1" fmla="*/ 139 h 141"/>
                <a:gd name="T2" fmla="*/ 82 w 142"/>
                <a:gd name="T3" fmla="*/ 2 h 141"/>
                <a:gd name="T4" fmla="*/ 80 w 142"/>
                <a:gd name="T5" fmla="*/ 2 h 141"/>
                <a:gd name="T6" fmla="*/ 41 w 142"/>
                <a:gd name="T7" fmla="*/ 91 h 141"/>
                <a:gd name="T8" fmla="*/ 1 w 142"/>
                <a:gd name="T9" fmla="*/ 91 h 141"/>
                <a:gd name="T10" fmla="*/ 0 w 142"/>
                <a:gd name="T11" fmla="*/ 93 h 141"/>
                <a:gd name="T12" fmla="*/ 7 w 142"/>
                <a:gd name="T13" fmla="*/ 110 h 141"/>
                <a:gd name="T14" fmla="*/ 9 w 142"/>
                <a:gd name="T15" fmla="*/ 111 h 141"/>
                <a:gd name="T16" fmla="*/ 32 w 142"/>
                <a:gd name="T17" fmla="*/ 111 h 141"/>
                <a:gd name="T18" fmla="*/ 20 w 142"/>
                <a:gd name="T19" fmla="*/ 139 h 141"/>
                <a:gd name="T20" fmla="*/ 22 w 142"/>
                <a:gd name="T21" fmla="*/ 141 h 141"/>
                <a:gd name="T22" fmla="*/ 40 w 142"/>
                <a:gd name="T23" fmla="*/ 141 h 141"/>
                <a:gd name="T24" fmla="*/ 42 w 142"/>
                <a:gd name="T25" fmla="*/ 140 h 141"/>
                <a:gd name="T26" fmla="*/ 54 w 142"/>
                <a:gd name="T27" fmla="*/ 111 h 141"/>
                <a:gd name="T28" fmla="*/ 108 w 142"/>
                <a:gd name="T29" fmla="*/ 111 h 141"/>
                <a:gd name="T30" fmla="*/ 121 w 142"/>
                <a:gd name="T31" fmla="*/ 140 h 141"/>
                <a:gd name="T32" fmla="*/ 122 w 142"/>
                <a:gd name="T33" fmla="*/ 141 h 141"/>
                <a:gd name="T34" fmla="*/ 141 w 142"/>
                <a:gd name="T35" fmla="*/ 141 h 141"/>
                <a:gd name="T36" fmla="*/ 142 w 142"/>
                <a:gd name="T37" fmla="*/ 139 h 141"/>
                <a:gd name="T38" fmla="*/ 63 w 142"/>
                <a:gd name="T39" fmla="*/ 91 h 141"/>
                <a:gd name="T40" fmla="*/ 80 w 142"/>
                <a:gd name="T41" fmla="*/ 53 h 141"/>
                <a:gd name="T42" fmla="*/ 82 w 142"/>
                <a:gd name="T43" fmla="*/ 53 h 141"/>
                <a:gd name="T44" fmla="*/ 99 w 142"/>
                <a:gd name="T45" fmla="*/ 91 h 141"/>
                <a:gd name="T46" fmla="*/ 63 w 142"/>
                <a:gd name="T47"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2" h="141">
                  <a:moveTo>
                    <a:pt x="142" y="139"/>
                  </a:moveTo>
                  <a:cubicBezTo>
                    <a:pt x="82" y="2"/>
                    <a:pt x="82" y="2"/>
                    <a:pt x="82" y="2"/>
                  </a:cubicBezTo>
                  <a:cubicBezTo>
                    <a:pt x="82" y="0"/>
                    <a:pt x="80" y="0"/>
                    <a:pt x="80" y="2"/>
                  </a:cubicBezTo>
                  <a:cubicBezTo>
                    <a:pt x="41" y="91"/>
                    <a:pt x="41" y="91"/>
                    <a:pt x="41" y="91"/>
                  </a:cubicBezTo>
                  <a:cubicBezTo>
                    <a:pt x="1" y="91"/>
                    <a:pt x="1" y="91"/>
                    <a:pt x="1" y="91"/>
                  </a:cubicBezTo>
                  <a:cubicBezTo>
                    <a:pt x="0" y="91"/>
                    <a:pt x="0" y="92"/>
                    <a:pt x="0" y="93"/>
                  </a:cubicBezTo>
                  <a:cubicBezTo>
                    <a:pt x="7" y="110"/>
                    <a:pt x="7" y="110"/>
                    <a:pt x="7" y="110"/>
                  </a:cubicBezTo>
                  <a:cubicBezTo>
                    <a:pt x="8" y="111"/>
                    <a:pt x="8" y="111"/>
                    <a:pt x="9" y="111"/>
                  </a:cubicBezTo>
                  <a:cubicBezTo>
                    <a:pt x="32" y="111"/>
                    <a:pt x="32" y="111"/>
                    <a:pt x="32" y="111"/>
                  </a:cubicBezTo>
                  <a:cubicBezTo>
                    <a:pt x="20" y="139"/>
                    <a:pt x="20" y="139"/>
                    <a:pt x="20" y="139"/>
                  </a:cubicBezTo>
                  <a:cubicBezTo>
                    <a:pt x="20" y="140"/>
                    <a:pt x="21" y="141"/>
                    <a:pt x="22" y="141"/>
                  </a:cubicBezTo>
                  <a:cubicBezTo>
                    <a:pt x="40" y="141"/>
                    <a:pt x="40" y="141"/>
                    <a:pt x="40" y="141"/>
                  </a:cubicBezTo>
                  <a:cubicBezTo>
                    <a:pt x="41" y="141"/>
                    <a:pt x="42" y="141"/>
                    <a:pt x="42" y="140"/>
                  </a:cubicBezTo>
                  <a:cubicBezTo>
                    <a:pt x="54" y="111"/>
                    <a:pt x="54" y="111"/>
                    <a:pt x="54" y="111"/>
                  </a:cubicBezTo>
                  <a:cubicBezTo>
                    <a:pt x="108" y="111"/>
                    <a:pt x="108" y="111"/>
                    <a:pt x="108" y="111"/>
                  </a:cubicBezTo>
                  <a:cubicBezTo>
                    <a:pt x="121" y="140"/>
                    <a:pt x="121" y="140"/>
                    <a:pt x="121" y="140"/>
                  </a:cubicBezTo>
                  <a:cubicBezTo>
                    <a:pt x="121" y="141"/>
                    <a:pt x="122" y="141"/>
                    <a:pt x="122" y="141"/>
                  </a:cubicBezTo>
                  <a:cubicBezTo>
                    <a:pt x="141" y="141"/>
                    <a:pt x="141" y="141"/>
                    <a:pt x="141" y="141"/>
                  </a:cubicBezTo>
                  <a:cubicBezTo>
                    <a:pt x="142" y="141"/>
                    <a:pt x="142" y="140"/>
                    <a:pt x="142" y="139"/>
                  </a:cubicBezTo>
                  <a:close/>
                  <a:moveTo>
                    <a:pt x="63" y="91"/>
                  </a:moveTo>
                  <a:cubicBezTo>
                    <a:pt x="80" y="53"/>
                    <a:pt x="80" y="53"/>
                    <a:pt x="80" y="53"/>
                  </a:cubicBezTo>
                  <a:cubicBezTo>
                    <a:pt x="80" y="51"/>
                    <a:pt x="82" y="51"/>
                    <a:pt x="82" y="53"/>
                  </a:cubicBezTo>
                  <a:cubicBezTo>
                    <a:pt x="99" y="91"/>
                    <a:pt x="99" y="91"/>
                    <a:pt x="99" y="91"/>
                  </a:cubicBezTo>
                  <a:lnTo>
                    <a:pt x="6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2" name="Freeform 57">
              <a:extLst>
                <a:ext uri="{FF2B5EF4-FFF2-40B4-BE49-F238E27FC236}">
                  <a16:creationId xmlns:a16="http://schemas.microsoft.com/office/drawing/2014/main" id="{15395731-7DEA-49CE-8F40-D76D23C4F5CE}"/>
                </a:ext>
              </a:extLst>
            </p:cNvPr>
            <p:cNvSpPr>
              <a:spLocks/>
            </p:cNvSpPr>
            <p:nvPr userDrawn="1"/>
          </p:nvSpPr>
          <p:spPr bwMode="auto">
            <a:xfrm>
              <a:off x="3986" y="2109"/>
              <a:ext cx="117" cy="136"/>
            </a:xfrm>
            <a:custGeom>
              <a:avLst/>
              <a:gdLst>
                <a:gd name="T0" fmla="*/ 21 w 122"/>
                <a:gd name="T1" fmla="*/ 1 h 140"/>
                <a:gd name="T2" fmla="*/ 60 w 122"/>
                <a:gd name="T3" fmla="*/ 88 h 140"/>
                <a:gd name="T4" fmla="*/ 62 w 122"/>
                <a:gd name="T5" fmla="*/ 88 h 140"/>
                <a:gd name="T6" fmla="*/ 100 w 122"/>
                <a:gd name="T7" fmla="*/ 1 h 140"/>
                <a:gd name="T8" fmla="*/ 102 w 122"/>
                <a:gd name="T9" fmla="*/ 0 h 140"/>
                <a:gd name="T10" fmla="*/ 120 w 122"/>
                <a:gd name="T11" fmla="*/ 0 h 140"/>
                <a:gd name="T12" fmla="*/ 122 w 122"/>
                <a:gd name="T13" fmla="*/ 2 h 140"/>
                <a:gd name="T14" fmla="*/ 62 w 122"/>
                <a:gd name="T15" fmla="*/ 139 h 140"/>
                <a:gd name="T16" fmla="*/ 60 w 122"/>
                <a:gd name="T17" fmla="*/ 139 h 140"/>
                <a:gd name="T18" fmla="*/ 0 w 122"/>
                <a:gd name="T19" fmla="*/ 2 h 140"/>
                <a:gd name="T20" fmla="*/ 1 w 122"/>
                <a:gd name="T21" fmla="*/ 0 h 140"/>
                <a:gd name="T22" fmla="*/ 20 w 122"/>
                <a:gd name="T23" fmla="*/ 0 h 140"/>
                <a:gd name="T24" fmla="*/ 21 w 122"/>
                <a:gd name="T25"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40">
                  <a:moveTo>
                    <a:pt x="21" y="1"/>
                  </a:moveTo>
                  <a:cubicBezTo>
                    <a:pt x="60" y="88"/>
                    <a:pt x="60" y="88"/>
                    <a:pt x="60" y="88"/>
                  </a:cubicBezTo>
                  <a:cubicBezTo>
                    <a:pt x="60" y="89"/>
                    <a:pt x="62" y="89"/>
                    <a:pt x="62" y="88"/>
                  </a:cubicBezTo>
                  <a:cubicBezTo>
                    <a:pt x="100" y="1"/>
                    <a:pt x="100" y="1"/>
                    <a:pt x="100" y="1"/>
                  </a:cubicBezTo>
                  <a:cubicBezTo>
                    <a:pt x="100" y="0"/>
                    <a:pt x="101" y="0"/>
                    <a:pt x="102" y="0"/>
                  </a:cubicBezTo>
                  <a:cubicBezTo>
                    <a:pt x="120" y="0"/>
                    <a:pt x="120" y="0"/>
                    <a:pt x="120" y="0"/>
                  </a:cubicBezTo>
                  <a:cubicBezTo>
                    <a:pt x="121" y="0"/>
                    <a:pt x="122" y="1"/>
                    <a:pt x="122" y="2"/>
                  </a:cubicBezTo>
                  <a:cubicBezTo>
                    <a:pt x="62" y="139"/>
                    <a:pt x="62" y="139"/>
                    <a:pt x="62" y="139"/>
                  </a:cubicBezTo>
                  <a:cubicBezTo>
                    <a:pt x="62" y="140"/>
                    <a:pt x="60" y="140"/>
                    <a:pt x="60" y="139"/>
                  </a:cubicBezTo>
                  <a:cubicBezTo>
                    <a:pt x="0" y="2"/>
                    <a:pt x="0" y="2"/>
                    <a:pt x="0" y="2"/>
                  </a:cubicBezTo>
                  <a:cubicBezTo>
                    <a:pt x="0" y="1"/>
                    <a:pt x="0" y="0"/>
                    <a:pt x="1" y="0"/>
                  </a:cubicBezTo>
                  <a:cubicBezTo>
                    <a:pt x="20" y="0"/>
                    <a:pt x="20" y="0"/>
                    <a:pt x="20" y="0"/>
                  </a:cubicBezTo>
                  <a:cubicBezTo>
                    <a:pt x="20" y="0"/>
                    <a:pt x="21"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3" name="Freeform 58">
              <a:extLst>
                <a:ext uri="{FF2B5EF4-FFF2-40B4-BE49-F238E27FC236}">
                  <a16:creationId xmlns:a16="http://schemas.microsoft.com/office/drawing/2014/main" id="{AF9E3E86-411D-410F-9D7B-4877182CC6ED}"/>
                </a:ext>
              </a:extLst>
            </p:cNvPr>
            <p:cNvSpPr>
              <a:spLocks noEditPoints="1"/>
            </p:cNvSpPr>
            <p:nvPr userDrawn="1"/>
          </p:nvSpPr>
          <p:spPr bwMode="auto">
            <a:xfrm>
              <a:off x="4090" y="2108"/>
              <a:ext cx="117" cy="137"/>
            </a:xfrm>
            <a:custGeom>
              <a:avLst/>
              <a:gdLst>
                <a:gd name="T0" fmla="*/ 122 w 122"/>
                <a:gd name="T1" fmla="*/ 139 h 141"/>
                <a:gd name="T2" fmla="*/ 62 w 122"/>
                <a:gd name="T3" fmla="*/ 2 h 141"/>
                <a:gd name="T4" fmla="*/ 59 w 122"/>
                <a:gd name="T5" fmla="*/ 2 h 141"/>
                <a:gd name="T6" fmla="*/ 0 w 122"/>
                <a:gd name="T7" fmla="*/ 139 h 141"/>
                <a:gd name="T8" fmla="*/ 2 w 122"/>
                <a:gd name="T9" fmla="*/ 141 h 141"/>
                <a:gd name="T10" fmla="*/ 20 w 122"/>
                <a:gd name="T11" fmla="*/ 141 h 141"/>
                <a:gd name="T12" fmla="*/ 21 w 122"/>
                <a:gd name="T13" fmla="*/ 140 h 141"/>
                <a:gd name="T14" fmla="*/ 34 w 122"/>
                <a:gd name="T15" fmla="*/ 111 h 141"/>
                <a:gd name="T16" fmla="*/ 88 w 122"/>
                <a:gd name="T17" fmla="*/ 111 h 141"/>
                <a:gd name="T18" fmla="*/ 100 w 122"/>
                <a:gd name="T19" fmla="*/ 140 h 141"/>
                <a:gd name="T20" fmla="*/ 102 w 122"/>
                <a:gd name="T21" fmla="*/ 141 h 141"/>
                <a:gd name="T22" fmla="*/ 120 w 122"/>
                <a:gd name="T23" fmla="*/ 141 h 141"/>
                <a:gd name="T24" fmla="*/ 122 w 122"/>
                <a:gd name="T25" fmla="*/ 139 h 141"/>
                <a:gd name="T26" fmla="*/ 43 w 122"/>
                <a:gd name="T27" fmla="*/ 91 h 141"/>
                <a:gd name="T28" fmla="*/ 59 w 122"/>
                <a:gd name="T29" fmla="*/ 53 h 141"/>
                <a:gd name="T30" fmla="*/ 62 w 122"/>
                <a:gd name="T31" fmla="*/ 53 h 141"/>
                <a:gd name="T32" fmla="*/ 79 w 122"/>
                <a:gd name="T33" fmla="*/ 91 h 141"/>
                <a:gd name="T34" fmla="*/ 43 w 122"/>
                <a:gd name="T35" fmla="*/ 9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41">
                  <a:moveTo>
                    <a:pt x="122" y="139"/>
                  </a:moveTo>
                  <a:cubicBezTo>
                    <a:pt x="62" y="2"/>
                    <a:pt x="62" y="2"/>
                    <a:pt x="62" y="2"/>
                  </a:cubicBezTo>
                  <a:cubicBezTo>
                    <a:pt x="62" y="0"/>
                    <a:pt x="60" y="0"/>
                    <a:pt x="59" y="2"/>
                  </a:cubicBezTo>
                  <a:cubicBezTo>
                    <a:pt x="0" y="139"/>
                    <a:pt x="0" y="139"/>
                    <a:pt x="0" y="139"/>
                  </a:cubicBezTo>
                  <a:cubicBezTo>
                    <a:pt x="0" y="140"/>
                    <a:pt x="0" y="141"/>
                    <a:pt x="2" y="141"/>
                  </a:cubicBezTo>
                  <a:cubicBezTo>
                    <a:pt x="20" y="141"/>
                    <a:pt x="20" y="141"/>
                    <a:pt x="20" y="141"/>
                  </a:cubicBezTo>
                  <a:cubicBezTo>
                    <a:pt x="21" y="141"/>
                    <a:pt x="21" y="141"/>
                    <a:pt x="21" y="140"/>
                  </a:cubicBezTo>
                  <a:cubicBezTo>
                    <a:pt x="34" y="111"/>
                    <a:pt x="34" y="111"/>
                    <a:pt x="34" y="111"/>
                  </a:cubicBezTo>
                  <a:cubicBezTo>
                    <a:pt x="88" y="111"/>
                    <a:pt x="88" y="111"/>
                    <a:pt x="88" y="111"/>
                  </a:cubicBezTo>
                  <a:cubicBezTo>
                    <a:pt x="100" y="140"/>
                    <a:pt x="100" y="140"/>
                    <a:pt x="100" y="140"/>
                  </a:cubicBezTo>
                  <a:cubicBezTo>
                    <a:pt x="101" y="141"/>
                    <a:pt x="101" y="141"/>
                    <a:pt x="102" y="141"/>
                  </a:cubicBezTo>
                  <a:cubicBezTo>
                    <a:pt x="120" y="141"/>
                    <a:pt x="120" y="141"/>
                    <a:pt x="120" y="141"/>
                  </a:cubicBezTo>
                  <a:cubicBezTo>
                    <a:pt x="121" y="141"/>
                    <a:pt x="122" y="140"/>
                    <a:pt x="122" y="139"/>
                  </a:cubicBezTo>
                  <a:close/>
                  <a:moveTo>
                    <a:pt x="43" y="91"/>
                  </a:moveTo>
                  <a:cubicBezTo>
                    <a:pt x="59" y="53"/>
                    <a:pt x="59" y="53"/>
                    <a:pt x="59" y="53"/>
                  </a:cubicBezTo>
                  <a:cubicBezTo>
                    <a:pt x="60" y="51"/>
                    <a:pt x="62" y="51"/>
                    <a:pt x="62" y="53"/>
                  </a:cubicBezTo>
                  <a:cubicBezTo>
                    <a:pt x="79" y="91"/>
                    <a:pt x="79" y="91"/>
                    <a:pt x="79" y="91"/>
                  </a:cubicBezTo>
                  <a:lnTo>
                    <a:pt x="43"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sp>
          <p:nvSpPr>
            <p:cNvPr id="24" name="Freeform 59">
              <a:extLst>
                <a:ext uri="{FF2B5EF4-FFF2-40B4-BE49-F238E27FC236}">
                  <a16:creationId xmlns:a16="http://schemas.microsoft.com/office/drawing/2014/main" id="{22E79D26-EEEF-4D8A-AB80-5A491F82B460}"/>
                </a:ext>
              </a:extLst>
            </p:cNvPr>
            <p:cNvSpPr>
              <a:spLocks noEditPoints="1"/>
            </p:cNvSpPr>
            <p:nvPr userDrawn="1"/>
          </p:nvSpPr>
          <p:spPr bwMode="auto">
            <a:xfrm>
              <a:off x="4184" y="2109"/>
              <a:ext cx="19" cy="10"/>
            </a:xfrm>
            <a:custGeom>
              <a:avLst/>
              <a:gdLst>
                <a:gd name="T0" fmla="*/ 17 w 19"/>
                <a:gd name="T1" fmla="*/ 0 h 10"/>
                <a:gd name="T2" fmla="*/ 19 w 19"/>
                <a:gd name="T3" fmla="*/ 0 h 10"/>
                <a:gd name="T4" fmla="*/ 19 w 19"/>
                <a:gd name="T5" fmla="*/ 10 h 10"/>
                <a:gd name="T6" fmla="*/ 17 w 19"/>
                <a:gd name="T7" fmla="*/ 10 h 10"/>
                <a:gd name="T8" fmla="*/ 17 w 19"/>
                <a:gd name="T9" fmla="*/ 4 h 10"/>
                <a:gd name="T10" fmla="*/ 15 w 19"/>
                <a:gd name="T11" fmla="*/ 8 h 10"/>
                <a:gd name="T12" fmla="*/ 13 w 19"/>
                <a:gd name="T13" fmla="*/ 8 h 10"/>
                <a:gd name="T14" fmla="*/ 11 w 19"/>
                <a:gd name="T15" fmla="*/ 4 h 10"/>
                <a:gd name="T16" fmla="*/ 11 w 19"/>
                <a:gd name="T17" fmla="*/ 10 h 10"/>
                <a:gd name="T18" fmla="*/ 10 w 19"/>
                <a:gd name="T19" fmla="*/ 10 h 10"/>
                <a:gd name="T20" fmla="*/ 10 w 19"/>
                <a:gd name="T21" fmla="*/ 0 h 10"/>
                <a:gd name="T22" fmla="*/ 11 w 19"/>
                <a:gd name="T23" fmla="*/ 0 h 10"/>
                <a:gd name="T24" fmla="*/ 14 w 19"/>
                <a:gd name="T25" fmla="*/ 6 h 10"/>
                <a:gd name="T26" fmla="*/ 17 w 19"/>
                <a:gd name="T27" fmla="*/ 0 h 10"/>
                <a:gd name="T28" fmla="*/ 0 w 19"/>
                <a:gd name="T29" fmla="*/ 2 h 10"/>
                <a:gd name="T30" fmla="*/ 0 w 19"/>
                <a:gd name="T31" fmla="*/ 0 h 10"/>
                <a:gd name="T32" fmla="*/ 9 w 19"/>
                <a:gd name="T33" fmla="*/ 0 h 10"/>
                <a:gd name="T34" fmla="*/ 9 w 19"/>
                <a:gd name="T35" fmla="*/ 2 h 10"/>
                <a:gd name="T36" fmla="*/ 5 w 19"/>
                <a:gd name="T37" fmla="*/ 2 h 10"/>
                <a:gd name="T38" fmla="*/ 5 w 19"/>
                <a:gd name="T39" fmla="*/ 10 h 10"/>
                <a:gd name="T40" fmla="*/ 3 w 19"/>
                <a:gd name="T41" fmla="*/ 10 h 10"/>
                <a:gd name="T42" fmla="*/ 3 w 19"/>
                <a:gd name="T43" fmla="*/ 2 h 10"/>
                <a:gd name="T44" fmla="*/ 0 w 19"/>
                <a:gd name="T4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10">
                  <a:moveTo>
                    <a:pt x="17" y="0"/>
                  </a:moveTo>
                  <a:lnTo>
                    <a:pt x="19" y="0"/>
                  </a:lnTo>
                  <a:lnTo>
                    <a:pt x="19" y="10"/>
                  </a:lnTo>
                  <a:lnTo>
                    <a:pt x="17" y="10"/>
                  </a:lnTo>
                  <a:lnTo>
                    <a:pt x="17" y="4"/>
                  </a:lnTo>
                  <a:lnTo>
                    <a:pt x="15" y="8"/>
                  </a:lnTo>
                  <a:lnTo>
                    <a:pt x="13" y="8"/>
                  </a:lnTo>
                  <a:lnTo>
                    <a:pt x="11" y="4"/>
                  </a:lnTo>
                  <a:lnTo>
                    <a:pt x="11" y="10"/>
                  </a:lnTo>
                  <a:lnTo>
                    <a:pt x="10" y="10"/>
                  </a:lnTo>
                  <a:lnTo>
                    <a:pt x="10" y="0"/>
                  </a:lnTo>
                  <a:lnTo>
                    <a:pt x="11" y="0"/>
                  </a:lnTo>
                  <a:lnTo>
                    <a:pt x="14" y="6"/>
                  </a:lnTo>
                  <a:lnTo>
                    <a:pt x="17" y="0"/>
                  </a:lnTo>
                  <a:close/>
                  <a:moveTo>
                    <a:pt x="0" y="2"/>
                  </a:moveTo>
                  <a:lnTo>
                    <a:pt x="0" y="0"/>
                  </a:lnTo>
                  <a:lnTo>
                    <a:pt x="9" y="0"/>
                  </a:lnTo>
                  <a:lnTo>
                    <a:pt x="9" y="2"/>
                  </a:lnTo>
                  <a:lnTo>
                    <a:pt x="5" y="2"/>
                  </a:lnTo>
                  <a:lnTo>
                    <a:pt x="5" y="10"/>
                  </a:lnTo>
                  <a:lnTo>
                    <a:pt x="3" y="10"/>
                  </a:lnTo>
                  <a:lnTo>
                    <a:pt x="3" y="2"/>
                  </a:ln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Calibri" panose="020F0502020204030204" pitchFamily="34" charset="0"/>
                <a:cs typeface="Calibri" panose="020F0502020204030204" pitchFamily="34" charset="0"/>
              </a:endParaRPr>
            </a:p>
          </p:txBody>
        </p:sp>
      </p:grpSp>
      <p:sp>
        <p:nvSpPr>
          <p:cNvPr id="25" name="Footer Placeholder 4">
            <a:extLst>
              <a:ext uri="{FF2B5EF4-FFF2-40B4-BE49-F238E27FC236}">
                <a16:creationId xmlns:a16="http://schemas.microsoft.com/office/drawing/2014/main" id="{9F6E3155-2084-4120-B874-0508630157A1}"/>
              </a:ext>
            </a:extLst>
          </p:cNvPr>
          <p:cNvSpPr txBox="1">
            <a:spLocks/>
          </p:cNvSpPr>
          <p:nvPr userDrawn="1"/>
        </p:nvSpPr>
        <p:spPr>
          <a:xfrm>
            <a:off x="504000" y="6377317"/>
            <a:ext cx="7184400" cy="123111"/>
          </a:xfrm>
          <a:prstGeom prst="rect">
            <a:avLst/>
          </a:prstGeom>
        </p:spPr>
        <p:txBody>
          <a:bodyPr vert="horz" wrap="square" lIns="0" tIns="0" rIns="0" bIns="0" rtlCol="0" anchor="ctr" anchorCtr="0">
            <a:spAutoFit/>
          </a:bodyPr>
          <a:lstStyle>
            <a:defPPr>
              <a:defRPr lang="en-US"/>
            </a:defPPr>
            <a:lvl1pPr marL="0" algn="l" defTabSz="457200" rtl="0" eaLnBrk="1" latinLnBrk="0" hangingPunct="1">
              <a:defRPr sz="800" kern="1200">
                <a:solidFill>
                  <a:schemeClr val="tx1"/>
                </a:solidFill>
                <a:latin typeface="Calibri" panose="020F0502020204030204" pitchFamily="34" charset="0"/>
                <a:ea typeface="+mn-ea"/>
                <a:cs typeface="Calibri" panose="020F05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a:solidFill>
                  <a:schemeClr val="bg1"/>
                </a:solidFill>
              </a:rPr>
              <a:t>For Internal Use Only</a:t>
            </a:r>
          </a:p>
        </p:txBody>
      </p:sp>
    </p:spTree>
    <p:extLst>
      <p:ext uri="{BB962C8B-B14F-4D97-AF65-F5344CB8AC3E}">
        <p14:creationId xmlns:p14="http://schemas.microsoft.com/office/powerpoint/2010/main" val="1361469254"/>
      </p:ext>
    </p:extLst>
  </p:cSld>
  <p:clrMap bg1="lt1" tx1="dk1" bg2="lt2" tx2="dk2" accent1="accent1" accent2="accent2" accent3="accent3" accent4="accent4" accent5="accent5" accent6="accent6" hlink="hlink" folHlink="folHlink"/>
  <p:sldLayoutIdLst>
    <p:sldLayoutId id="2147484008" r:id="rId1"/>
    <p:sldLayoutId id="2147484009" r:id="rId2"/>
    <p:sldLayoutId id="2147484049" r:id="rId3"/>
    <p:sldLayoutId id="2147484010" r:id="rId4"/>
    <p:sldLayoutId id="2147484041" r:id="rId5"/>
    <p:sldLayoutId id="2147484011" r:id="rId6"/>
    <p:sldLayoutId id="2147484012" r:id="rId7"/>
    <p:sldLayoutId id="2147484013" r:id="rId8"/>
    <p:sldLayoutId id="2147484042" r:id="rId9"/>
    <p:sldLayoutId id="2147484019" r:id="rId10"/>
    <p:sldLayoutId id="2147484044" r:id="rId11"/>
    <p:sldLayoutId id="2147484020" r:id="rId12"/>
    <p:sldLayoutId id="2147484045" r:id="rId13"/>
  </p:sldLayoutIdLst>
  <p:hf sldNum="0" hdr="0" dt="0"/>
  <p:txStyles>
    <p:titleStyle>
      <a:lvl1pPr algn="l" defTabSz="914400" rtl="0" eaLnBrk="1" latinLnBrk="0" hangingPunct="1">
        <a:lnSpc>
          <a:spcPct val="95000"/>
        </a:lnSpc>
        <a:spcBef>
          <a:spcPct val="0"/>
        </a:spcBef>
        <a:buNone/>
        <a:defRPr sz="3600" b="0" kern="1200" cap="none" baseline="0">
          <a:solidFill>
            <a:schemeClr val="bg1"/>
          </a:solidFill>
          <a:latin typeface="Calibri" panose="020F0502020204030204" pitchFamily="34" charset="0"/>
          <a:ea typeface="+mj-ea"/>
          <a:cs typeface="Calibri" panose="020F0502020204030204" pitchFamily="34" charset="0"/>
        </a:defRPr>
      </a:lvl1pPr>
    </p:titleStyle>
    <p:bodyStyle>
      <a:lvl1pPr marL="2873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400" kern="1200">
          <a:solidFill>
            <a:schemeClr val="bg1"/>
          </a:solidFill>
          <a:latin typeface="Calibri" panose="020F0502020204030204" pitchFamily="34" charset="0"/>
          <a:ea typeface="+mn-ea"/>
          <a:cs typeface="Calibri" panose="020F0502020204030204" pitchFamily="34" charset="0"/>
        </a:defRPr>
      </a:lvl1pPr>
      <a:lvl2pPr marL="576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2000" b="0" kern="1200">
          <a:solidFill>
            <a:schemeClr val="bg1"/>
          </a:solidFill>
          <a:latin typeface="Calibri" panose="020F0502020204030204" pitchFamily="34" charset="0"/>
          <a:ea typeface="+mn-ea"/>
          <a:cs typeface="Calibri" panose="020F0502020204030204" pitchFamily="34" charset="0"/>
        </a:defRPr>
      </a:lvl2pPr>
      <a:lvl3pPr marL="864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3pPr>
      <a:lvl4pPr marL="11509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4pPr>
      <a:lvl5pPr marL="1439863"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5pPr>
      <a:lvl6pPr marL="1728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6pPr>
      <a:lvl7pPr marL="2016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7pPr>
      <a:lvl8pPr marL="2304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48">
          <p15:clr>
            <a:srgbClr val="F26B43"/>
          </p15:clr>
        </p15:guide>
        <p15:guide id="2" pos="3840">
          <p15:clr>
            <a:srgbClr val="F26B43"/>
          </p15:clr>
        </p15:guide>
        <p15:guide id="3" pos="316">
          <p15:clr>
            <a:srgbClr val="F26B43"/>
          </p15:clr>
        </p15:guide>
        <p15:guide id="4" orient="horz" pos="230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643040-981A-410C-BA5B-0643B779D43E}"/>
              </a:ext>
            </a:extLst>
          </p:cNvPr>
          <p:cNvSpPr>
            <a:spLocks noGrp="1"/>
          </p:cNvSpPr>
          <p:nvPr>
            <p:ph type="body" sz="quarter" idx="16"/>
          </p:nvPr>
        </p:nvSpPr>
        <p:spPr/>
        <p:txBody>
          <a:bodyPr/>
          <a:lstStyle/>
          <a:p>
            <a:endParaRPr lang="en-GB" dirty="0"/>
          </a:p>
          <a:p>
            <a:endParaRPr lang="en-GB" dirty="0"/>
          </a:p>
        </p:txBody>
      </p:sp>
      <p:sp>
        <p:nvSpPr>
          <p:cNvPr id="10" name="Text Placeholder 9">
            <a:extLst>
              <a:ext uri="{FF2B5EF4-FFF2-40B4-BE49-F238E27FC236}">
                <a16:creationId xmlns:a16="http://schemas.microsoft.com/office/drawing/2014/main" id="{38B42E39-84CC-4D55-9D02-9525548DBC5F}"/>
              </a:ext>
            </a:extLst>
          </p:cNvPr>
          <p:cNvSpPr>
            <a:spLocks noGrp="1"/>
          </p:cNvSpPr>
          <p:nvPr>
            <p:ph type="body" sz="quarter" idx="12"/>
          </p:nvPr>
        </p:nvSpPr>
        <p:spPr>
          <a:xfrm>
            <a:off x="503999" y="953659"/>
            <a:ext cx="11184002" cy="2634343"/>
          </a:xfrm>
        </p:spPr>
        <p:txBody>
          <a:bodyPr/>
          <a:lstStyle/>
          <a:p>
            <a:pPr algn="ctr"/>
            <a:r>
              <a:rPr lang="en-US" dirty="0"/>
              <a:t>🔓</a:t>
            </a:r>
          </a:p>
          <a:p>
            <a:pPr algn="ctr"/>
            <a:r>
              <a:rPr lang="en-US" dirty="0"/>
              <a:t>File </a:t>
            </a:r>
            <a:r>
              <a:rPr lang="en-US" dirty="0" err="1"/>
              <a:t>Unblocker</a:t>
            </a:r>
            <a:r>
              <a:rPr lang="en-US" dirty="0"/>
              <a:t>​ Utility</a:t>
            </a:r>
          </a:p>
          <a:p>
            <a:pPr algn="ctr"/>
            <a:endParaRPr lang="en-GB" sz="3200" b="1" dirty="0">
              <a:solidFill>
                <a:schemeClr val="bg2"/>
              </a:solidFill>
            </a:endParaRPr>
          </a:p>
          <a:p>
            <a:pPr algn="ctr"/>
            <a:r>
              <a:rPr lang="en-US" sz="2000" dirty="0"/>
              <a:t>Quickly unblock files and remove Windows file blocking restrictions</a:t>
            </a:r>
            <a:r>
              <a:rPr lang="en-US" sz="2000" b="1" dirty="0">
                <a:solidFill>
                  <a:schemeClr val="bg2"/>
                </a:solidFill>
              </a:rPr>
              <a:t>.</a:t>
            </a:r>
            <a:endParaRPr lang="en-GB" sz="2800" b="1" dirty="0">
              <a:solidFill>
                <a:schemeClr val="bg2"/>
              </a:solidFill>
            </a:endParaRPr>
          </a:p>
        </p:txBody>
      </p:sp>
      <p:sp>
        <p:nvSpPr>
          <p:cNvPr id="5" name="Footer Placeholder 4">
            <a:extLst>
              <a:ext uri="{FF2B5EF4-FFF2-40B4-BE49-F238E27FC236}">
                <a16:creationId xmlns:a16="http://schemas.microsoft.com/office/drawing/2014/main" id="{B8CEFC55-7D5D-4A18-BAEE-576F35DBE5A9}"/>
              </a:ext>
            </a:extLst>
          </p:cNvPr>
          <p:cNvSpPr>
            <a:spLocks noGrp="1"/>
          </p:cNvSpPr>
          <p:nvPr>
            <p:ph type="ftr" sz="quarter" idx="3"/>
          </p:nvPr>
        </p:nvSpPr>
        <p:spPr/>
        <p:txBody>
          <a:bodyPr/>
          <a:lstStyle/>
          <a:p>
            <a:r>
              <a:rPr lang="en-GB" dirty="0"/>
              <a:t>© 2019 AVEVA Solutions Limited and its subsidiaries. All rights reserved.</a:t>
            </a:r>
          </a:p>
        </p:txBody>
      </p:sp>
      <p:sp>
        <p:nvSpPr>
          <p:cNvPr id="34" name="Text Placeholder 33">
            <a:extLst>
              <a:ext uri="{FF2B5EF4-FFF2-40B4-BE49-F238E27FC236}">
                <a16:creationId xmlns:a16="http://schemas.microsoft.com/office/drawing/2014/main" id="{7CC344B2-BE4B-47F3-8E97-37605118E335}"/>
              </a:ext>
            </a:extLst>
          </p:cNvPr>
          <p:cNvSpPr>
            <a:spLocks noGrp="1"/>
          </p:cNvSpPr>
          <p:nvPr>
            <p:ph type="body" sz="quarter" idx="19"/>
          </p:nvPr>
        </p:nvSpPr>
        <p:spPr>
          <a:xfrm>
            <a:off x="503999" y="5163217"/>
            <a:ext cx="8686800" cy="609398"/>
          </a:xfrm>
        </p:spPr>
        <p:txBody>
          <a:bodyPr/>
          <a:lstStyle/>
          <a:p>
            <a:pPr fontAlgn="t"/>
            <a:r>
              <a:rPr lang="en-US" b="1" dirty="0"/>
              <a:t>Presented By:</a:t>
            </a:r>
            <a:r>
              <a:rPr lang="en-US" dirty="0"/>
              <a:t> Satyasri Anumolu</a:t>
            </a:r>
            <a:br>
              <a:rPr lang="en-US" dirty="0"/>
            </a:br>
            <a:r>
              <a:rPr lang="en-GB" dirty="0"/>
              <a:t>Date: </a:t>
            </a:r>
            <a:r>
              <a:rPr lang="en-US" dirty="0"/>
              <a:t>September </a:t>
            </a:r>
            <a:r>
              <a:rPr lang="en-GB" dirty="0"/>
              <a:t>2026</a:t>
            </a:r>
          </a:p>
        </p:txBody>
      </p:sp>
    </p:spTree>
    <p:extLst>
      <p:ext uri="{BB962C8B-B14F-4D97-AF65-F5344CB8AC3E}">
        <p14:creationId xmlns:p14="http://schemas.microsoft.com/office/powerpoint/2010/main" val="842777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F89135-75E3-4450-930C-ECB82B5E8310}"/>
              </a:ext>
            </a:extLst>
          </p:cNvPr>
          <p:cNvSpPr>
            <a:spLocks noGrp="1"/>
          </p:cNvSpPr>
          <p:nvPr>
            <p:ph type="body" sz="quarter" idx="12"/>
          </p:nvPr>
        </p:nvSpPr>
        <p:spPr/>
        <p:txBody>
          <a:bodyPr/>
          <a:lstStyle/>
          <a:p>
            <a:r>
              <a:rPr lang="en-US" dirty="0"/>
              <a:t>Business Problem</a:t>
            </a:r>
          </a:p>
        </p:txBody>
      </p:sp>
      <p:sp>
        <p:nvSpPr>
          <p:cNvPr id="3" name="Footer Placeholder 2">
            <a:extLst>
              <a:ext uri="{FF2B5EF4-FFF2-40B4-BE49-F238E27FC236}">
                <a16:creationId xmlns:a16="http://schemas.microsoft.com/office/drawing/2014/main" id="{45005C2C-0981-41A2-9E30-ADEFF0074E1E}"/>
              </a:ext>
            </a:extLst>
          </p:cNvPr>
          <p:cNvSpPr>
            <a:spLocks noGrp="1"/>
          </p:cNvSpPr>
          <p:nvPr>
            <p:ph type="ftr" sz="quarter" idx="3"/>
          </p:nvPr>
        </p:nvSpPr>
        <p:spPr/>
        <p:txBody>
          <a:bodyPr/>
          <a:lstStyle/>
          <a:p>
            <a:r>
              <a:rPr lang="en-GB" dirty="0"/>
              <a:t>© 2019 AVEVA Group plc and its subsidiaries. All rights reserved.</a:t>
            </a:r>
          </a:p>
        </p:txBody>
      </p:sp>
      <p:sp>
        <p:nvSpPr>
          <p:cNvPr id="15" name="Text Placeholder 12">
            <a:extLst>
              <a:ext uri="{FF2B5EF4-FFF2-40B4-BE49-F238E27FC236}">
                <a16:creationId xmlns:a16="http://schemas.microsoft.com/office/drawing/2014/main" id="{F6167624-2F24-44B6-B9BC-63DD1ED9A77D}"/>
              </a:ext>
            </a:extLst>
          </p:cNvPr>
          <p:cNvSpPr txBox="1">
            <a:spLocks/>
          </p:cNvSpPr>
          <p:nvPr/>
        </p:nvSpPr>
        <p:spPr>
          <a:xfrm>
            <a:off x="4450628" y="491067"/>
            <a:ext cx="6753309" cy="5723466"/>
          </a:xfrm>
          <a:prstGeom prst="rect">
            <a:avLst/>
          </a:prstGeom>
          <a:noFill/>
        </p:spPr>
        <p:txBody>
          <a:bodyPr vert="horz" wrap="square" lIns="0" tIns="0" rIns="0" bIns="0" rtlCol="0" anchor="ctr" anchorCtr="0">
            <a:noAutofit/>
          </a:bodyPr>
          <a:lstStyle>
            <a:lvl1pPr marL="0" indent="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None/>
              <a:defRPr lang="en-US" sz="2400" kern="1200" dirty="0" smtClean="0">
                <a:solidFill>
                  <a:schemeClr val="tx2"/>
                </a:solidFill>
                <a:latin typeface="Calibri" panose="020F0502020204030204" pitchFamily="34" charset="0"/>
                <a:ea typeface="+mn-ea"/>
                <a:cs typeface="Calibri" panose="020F0502020204030204" pitchFamily="34" charset="0"/>
              </a:defRPr>
            </a:lvl1pPr>
            <a:lvl2pPr marL="576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lang="en-US" sz="1800" b="0" kern="1200" dirty="0" smtClean="0">
                <a:solidFill>
                  <a:schemeClr val="tx1"/>
                </a:solidFill>
                <a:latin typeface="Calibri" panose="020F0502020204030204" pitchFamily="34" charset="0"/>
                <a:ea typeface="+mn-ea"/>
                <a:cs typeface="Calibri" panose="020F0502020204030204" pitchFamily="34" charset="0"/>
              </a:defRPr>
            </a:lvl2pPr>
            <a:lvl3pPr marL="864000"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lang="en-US" sz="1600" kern="1200" dirty="0" smtClean="0">
                <a:solidFill>
                  <a:schemeClr val="bg1"/>
                </a:solidFill>
                <a:latin typeface="Calibri" panose="020F0502020204030204" pitchFamily="34" charset="0"/>
                <a:ea typeface="+mn-ea"/>
                <a:cs typeface="Calibri" panose="020F0502020204030204" pitchFamily="34" charset="0"/>
              </a:defRPr>
            </a:lvl3pPr>
            <a:lvl4pPr marL="1150938"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lang="en-US" sz="1600" kern="1200" dirty="0" smtClean="0">
                <a:solidFill>
                  <a:schemeClr val="bg1"/>
                </a:solidFill>
                <a:latin typeface="Calibri" panose="020F0502020204030204" pitchFamily="34" charset="0"/>
                <a:ea typeface="+mn-ea"/>
                <a:cs typeface="Calibri" panose="020F0502020204030204" pitchFamily="34" charset="0"/>
              </a:defRPr>
            </a:lvl4pPr>
            <a:lvl5pPr marL="1439863" indent="-287338"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lang="en-US" sz="1600" kern="1200" dirty="0">
                <a:solidFill>
                  <a:schemeClr val="bg1"/>
                </a:solidFill>
                <a:latin typeface="Calibri" panose="020F0502020204030204" pitchFamily="34" charset="0"/>
                <a:ea typeface="+mn-ea"/>
                <a:cs typeface="Calibri" panose="020F0502020204030204" pitchFamily="34" charset="0"/>
              </a:defRPr>
            </a:lvl5pPr>
            <a:lvl6pPr marL="1728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6pPr>
            <a:lvl7pPr marL="2016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7pPr>
            <a:lvl8pPr marL="2304000" indent="-288000" algn="l" defTabSz="914400" rtl="0" eaLnBrk="1" latinLnBrk="0" hangingPunct="1">
              <a:lnSpc>
                <a:spcPct val="110000"/>
              </a:lnSpc>
              <a:spcBef>
                <a:spcPts val="400"/>
              </a:spcBef>
              <a:spcAft>
                <a:spcPts val="600"/>
              </a:spcAft>
              <a:buClr>
                <a:srgbClr val="F70656"/>
              </a:buClr>
              <a:buSzPct val="100000"/>
              <a:buFont typeface="Arial" panose="020B0604020202020204" pitchFamily="34" charset="0"/>
              <a:buChar char="•"/>
              <a:defRPr sz="1600" kern="1200">
                <a:solidFill>
                  <a:schemeClr val="bg1"/>
                </a:solidFill>
                <a:latin typeface="Calibri" panose="020F0502020204030204" pitchFamily="34" charset="0"/>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800" dirty="0"/>
              <a:t>Files downloaded from external sources (email, Teams, SharePoint, internet) are often marked as blocked by Windows security.</a:t>
            </a:r>
          </a:p>
          <a:p>
            <a:pPr marL="342900" indent="-342900">
              <a:buFont typeface="Arial" panose="020B0604020202020204" pitchFamily="34" charset="0"/>
              <a:buChar char="•"/>
            </a:pPr>
            <a:r>
              <a:rPr lang="en-US" sz="1800" dirty="0"/>
              <a:t>Users must manually unblock each file through File Properties, which is time-consuming.</a:t>
            </a:r>
          </a:p>
          <a:p>
            <a:pPr marL="342900" indent="-342900">
              <a:buFont typeface="Arial" panose="020B0604020202020204" pitchFamily="34" charset="0"/>
              <a:buChar char="•"/>
            </a:pPr>
            <a:r>
              <a:rPr lang="en-US" sz="1800" dirty="0"/>
              <a:t>Large numbers of blocked files lead to repetitive manual effort and reduced productivity.</a:t>
            </a:r>
          </a:p>
          <a:p>
            <a:pPr marL="342900" indent="-342900">
              <a:buFont typeface="Arial" panose="020B0604020202020204" pitchFamily="34" charset="0"/>
              <a:buChar char="•"/>
            </a:pPr>
            <a:r>
              <a:rPr lang="en-US" sz="1800" dirty="0"/>
              <a:t>Non-technical users may not know how to unblock files, resulting in support requests.</a:t>
            </a:r>
          </a:p>
          <a:p>
            <a:pPr marL="342900" lvl="0" indent="-342900">
              <a:buFont typeface="Arial" panose="020B0604020202020204" pitchFamily="34" charset="0"/>
              <a:buChar char="•"/>
            </a:pPr>
            <a:r>
              <a:rPr lang="en-US" sz="1800" dirty="0"/>
              <a:t>Blocked files can prevent scripts, executables, and documents from functioning as expected.</a:t>
            </a:r>
          </a:p>
        </p:txBody>
      </p:sp>
    </p:spTree>
    <p:extLst>
      <p:ext uri="{BB962C8B-B14F-4D97-AF65-F5344CB8AC3E}">
        <p14:creationId xmlns:p14="http://schemas.microsoft.com/office/powerpoint/2010/main" val="3177669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D7B379-C732-48DF-BD31-C1ACEDFE9BDD}"/>
              </a:ext>
            </a:extLst>
          </p:cNvPr>
          <p:cNvSpPr>
            <a:spLocks noGrp="1"/>
          </p:cNvSpPr>
          <p:nvPr>
            <p:ph type="body" sz="quarter" idx="12"/>
          </p:nvPr>
        </p:nvSpPr>
        <p:spPr/>
        <p:txBody>
          <a:bodyPr/>
          <a:lstStyle/>
          <a:p>
            <a:r>
              <a:rPr lang="en-US" dirty="0"/>
              <a:t>Solution/</a:t>
            </a:r>
          </a:p>
          <a:p>
            <a:r>
              <a:rPr lang="en-US" dirty="0"/>
              <a:t>Approach</a:t>
            </a:r>
          </a:p>
        </p:txBody>
      </p:sp>
      <p:sp>
        <p:nvSpPr>
          <p:cNvPr id="3" name="Footer Placeholder 2">
            <a:extLst>
              <a:ext uri="{FF2B5EF4-FFF2-40B4-BE49-F238E27FC236}">
                <a16:creationId xmlns:a16="http://schemas.microsoft.com/office/drawing/2014/main" id="{2042CD94-50C6-48FA-A1C9-7506199A45DA}"/>
              </a:ext>
            </a:extLst>
          </p:cNvPr>
          <p:cNvSpPr>
            <a:spLocks noGrp="1"/>
          </p:cNvSpPr>
          <p:nvPr>
            <p:ph type="ftr" sz="quarter" idx="3"/>
          </p:nvPr>
        </p:nvSpPr>
        <p:spPr/>
        <p:txBody>
          <a:bodyPr/>
          <a:lstStyle/>
          <a:p>
            <a:r>
              <a:rPr lang="en-GB" dirty="0"/>
              <a:t>© 2019 AVEVA Group plc and its subsidiaries. All rights reserved.</a:t>
            </a:r>
          </a:p>
        </p:txBody>
      </p:sp>
      <p:sp>
        <p:nvSpPr>
          <p:cNvPr id="9" name="Text Placeholder 8">
            <a:extLst>
              <a:ext uri="{FF2B5EF4-FFF2-40B4-BE49-F238E27FC236}">
                <a16:creationId xmlns:a16="http://schemas.microsoft.com/office/drawing/2014/main" id="{01A43838-3998-4B85-BE94-89A7B84A3201}"/>
              </a:ext>
            </a:extLst>
          </p:cNvPr>
          <p:cNvSpPr>
            <a:spLocks noGrp="1"/>
          </p:cNvSpPr>
          <p:nvPr>
            <p:ph type="body" sz="quarter" idx="34"/>
          </p:nvPr>
        </p:nvSpPr>
        <p:spPr>
          <a:xfrm>
            <a:off x="4403005" y="771525"/>
            <a:ext cx="6753309" cy="5029200"/>
          </a:xfrm>
        </p:spPr>
        <p:txBody>
          <a:bodyPr anchor="t"/>
          <a:lstStyle/>
          <a:p>
            <a:pPr marL="285750" indent="-285750">
              <a:buFont typeface="Arial" panose="020B0604020202020204" pitchFamily="34" charset="0"/>
              <a:buChar char="•"/>
            </a:pPr>
            <a:r>
              <a:rPr lang="en-US" sz="1800" dirty="0"/>
              <a:t>Developed a File </a:t>
            </a:r>
            <a:r>
              <a:rPr lang="en-US" sz="1800" dirty="0" err="1"/>
              <a:t>Unblocker</a:t>
            </a:r>
            <a:r>
              <a:rPr lang="en-US" sz="1800" dirty="0"/>
              <a:t> Tool to automate the file unblocking process.</a:t>
            </a:r>
          </a:p>
          <a:p>
            <a:pPr marL="285750" indent="-285750">
              <a:buFont typeface="Arial" panose="020B0604020202020204" pitchFamily="34" charset="0"/>
              <a:buChar char="•"/>
            </a:pPr>
            <a:r>
              <a:rPr lang="en-US" sz="1800" dirty="0"/>
              <a:t>Provides a simple and intuitive user interface for easy operation.</a:t>
            </a:r>
          </a:p>
          <a:p>
            <a:pPr marL="285750" indent="-285750">
              <a:buFont typeface="Arial" panose="020B0604020202020204" pitchFamily="34" charset="0"/>
              <a:buChar char="•"/>
            </a:pPr>
            <a:r>
              <a:rPr lang="en-US" sz="1800" dirty="0"/>
              <a:t>Enables users to select and unblock files with a single click.</a:t>
            </a:r>
          </a:p>
          <a:p>
            <a:pPr marL="285750" indent="-285750">
              <a:buFont typeface="Arial" panose="020B0604020202020204" pitchFamily="34" charset="0"/>
              <a:buChar char="•"/>
            </a:pPr>
            <a:r>
              <a:rPr lang="en-US" sz="1800" dirty="0"/>
              <a:t>Automatically removes Windows security block attributes from downloaded files.</a:t>
            </a:r>
          </a:p>
          <a:p>
            <a:pPr marL="285750" indent="-285750">
              <a:buFont typeface="Arial" panose="020B0604020202020204" pitchFamily="34" charset="0"/>
              <a:buChar char="•"/>
            </a:pPr>
            <a:r>
              <a:rPr lang="en-US" sz="1800" dirty="0"/>
              <a:t>Eliminates the need for manual navigation through file properties.</a:t>
            </a:r>
          </a:p>
          <a:p>
            <a:pPr marL="285750" indent="-285750">
              <a:buFont typeface="Arial" panose="020B0604020202020204" pitchFamily="34" charset="0"/>
              <a:buChar char="•"/>
            </a:pPr>
            <a:r>
              <a:rPr lang="en-US" sz="1800" dirty="0"/>
              <a:t>Displays real-time status and operation results to users.</a:t>
            </a:r>
          </a:p>
          <a:p>
            <a:pPr marL="285750" indent="-285750">
              <a:buFont typeface="Arial" panose="020B0604020202020204" pitchFamily="34" charset="0"/>
              <a:buChar char="•"/>
            </a:pPr>
            <a:r>
              <a:rPr lang="en-US" sz="1800" dirty="0"/>
              <a:t>Reduces processing time and repetitive manual effort.</a:t>
            </a:r>
          </a:p>
          <a:p>
            <a:pPr marL="285750" indent="-285750">
              <a:buFont typeface="Arial" panose="020B0604020202020204" pitchFamily="34" charset="0"/>
              <a:buChar char="•"/>
            </a:pPr>
            <a:r>
              <a:rPr lang="en-US" sz="1800" dirty="0"/>
              <a:t>Improves productivity by providing quick access to blocked files.</a:t>
            </a:r>
          </a:p>
          <a:p>
            <a:pPr marL="285750" indent="-285750">
              <a:buFont typeface="Arial" panose="020B0604020202020204" pitchFamily="34" charset="0"/>
              <a:buChar char="•"/>
            </a:pPr>
            <a:r>
              <a:rPr lang="en-US" sz="1800" dirty="0"/>
              <a:t>Ensures a consistent and efficient file unblocking experience.</a:t>
            </a:r>
          </a:p>
          <a:p>
            <a:pPr marL="285750" indent="-285750">
              <a:buFont typeface="Arial" panose="020B0604020202020204" pitchFamily="34" charset="0"/>
              <a:buChar char="•"/>
            </a:pPr>
            <a:r>
              <a:rPr lang="en-US" sz="1800" dirty="0"/>
              <a:t>Select Files/Folder </a:t>
            </a:r>
            <a:r>
              <a:rPr lang="en-US" sz="1800" dirty="0">
                <a:sym typeface="Wingdings" panose="05000000000000000000" pitchFamily="2" charset="2"/>
              </a:rPr>
              <a:t></a:t>
            </a:r>
            <a:r>
              <a:rPr lang="en-US" sz="1800" dirty="0"/>
              <a:t>Scan Files </a:t>
            </a:r>
            <a:r>
              <a:rPr lang="en-US" sz="1800" dirty="0">
                <a:sym typeface="Wingdings" panose="05000000000000000000" pitchFamily="2" charset="2"/>
              </a:rPr>
              <a:t></a:t>
            </a:r>
            <a:r>
              <a:rPr lang="en-US" sz="1800" dirty="0"/>
              <a:t> Detect Blocked Files </a:t>
            </a:r>
            <a:r>
              <a:rPr lang="en-US" sz="1800" dirty="0">
                <a:sym typeface="Wingdings" panose="05000000000000000000" pitchFamily="2" charset="2"/>
              </a:rPr>
              <a:t></a:t>
            </a:r>
            <a:r>
              <a:rPr lang="en-US" sz="1800" dirty="0"/>
              <a:t> Bulk Unblock </a:t>
            </a:r>
            <a:r>
              <a:rPr lang="en-US" sz="1800" dirty="0">
                <a:sym typeface="Wingdings" panose="05000000000000000000" pitchFamily="2" charset="2"/>
              </a:rPr>
              <a:t></a:t>
            </a:r>
            <a:r>
              <a:rPr lang="en-US" sz="1800" dirty="0"/>
              <a:t> View Results</a:t>
            </a:r>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1842316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410CC42-0A09-4C14-9E42-5D86768F2D78}"/>
              </a:ext>
            </a:extLst>
          </p:cNvPr>
          <p:cNvSpPr>
            <a:spLocks noGrp="1"/>
          </p:cNvSpPr>
          <p:nvPr>
            <p:ph type="body" sz="quarter" idx="12"/>
          </p:nvPr>
        </p:nvSpPr>
        <p:spPr>
          <a:xfrm>
            <a:off x="502920" y="2747610"/>
            <a:ext cx="3489217" cy="1175994"/>
          </a:xfrm>
        </p:spPr>
        <p:txBody>
          <a:bodyPr/>
          <a:lstStyle/>
          <a:p>
            <a:r>
              <a:rPr lang="en-US" dirty="0"/>
              <a:t>Tool view</a:t>
            </a:r>
          </a:p>
        </p:txBody>
      </p:sp>
      <p:sp>
        <p:nvSpPr>
          <p:cNvPr id="3" name="Footer Placeholder 2">
            <a:extLst>
              <a:ext uri="{FF2B5EF4-FFF2-40B4-BE49-F238E27FC236}">
                <a16:creationId xmlns:a16="http://schemas.microsoft.com/office/drawing/2014/main" id="{800493B8-4E32-4CB3-AA66-B7AF0DFCB528}"/>
              </a:ext>
            </a:extLst>
          </p:cNvPr>
          <p:cNvSpPr>
            <a:spLocks noGrp="1"/>
          </p:cNvSpPr>
          <p:nvPr>
            <p:ph type="ftr" sz="quarter" idx="3"/>
          </p:nvPr>
        </p:nvSpPr>
        <p:spPr/>
        <p:txBody>
          <a:bodyPr/>
          <a:lstStyle/>
          <a:p>
            <a:r>
              <a:rPr lang="en-GB" dirty="0"/>
              <a:t>© 2019 AVEVA Group plc and its subsidiaries. All rights reserved.</a:t>
            </a:r>
          </a:p>
        </p:txBody>
      </p:sp>
      <p:sp>
        <p:nvSpPr>
          <p:cNvPr id="6" name="Text Placeholder 5">
            <a:extLst>
              <a:ext uri="{FF2B5EF4-FFF2-40B4-BE49-F238E27FC236}">
                <a16:creationId xmlns:a16="http://schemas.microsoft.com/office/drawing/2014/main" id="{B7076EA1-EFBD-4EC3-8C50-DD2CEBD70BA6}"/>
              </a:ext>
            </a:extLst>
          </p:cNvPr>
          <p:cNvSpPr>
            <a:spLocks noGrp="1"/>
          </p:cNvSpPr>
          <p:nvPr>
            <p:ph type="body" sz="quarter" idx="34"/>
          </p:nvPr>
        </p:nvSpPr>
        <p:spPr>
          <a:xfrm>
            <a:off x="4450630" y="805099"/>
            <a:ext cx="7238450" cy="5183105"/>
          </a:xfrm>
        </p:spPr>
        <p:txBody>
          <a:bodyPr/>
          <a:lstStyle/>
          <a:p>
            <a:endParaRPr lang="en-US" dirty="0"/>
          </a:p>
        </p:txBody>
      </p:sp>
      <p:pic>
        <p:nvPicPr>
          <p:cNvPr id="5" name="Picture 4">
            <a:extLst>
              <a:ext uri="{FF2B5EF4-FFF2-40B4-BE49-F238E27FC236}">
                <a16:creationId xmlns:a16="http://schemas.microsoft.com/office/drawing/2014/main" id="{28E12895-3F71-BC8E-D599-9875946AFC62}"/>
              </a:ext>
            </a:extLst>
          </p:cNvPr>
          <p:cNvPicPr>
            <a:picLocks noChangeAspect="1"/>
          </p:cNvPicPr>
          <p:nvPr/>
        </p:nvPicPr>
        <p:blipFill>
          <a:blip r:embed="rId3"/>
          <a:stretch>
            <a:fillRect/>
          </a:stretch>
        </p:blipFill>
        <p:spPr>
          <a:xfrm>
            <a:off x="4283972" y="702643"/>
            <a:ext cx="7405108" cy="5251027"/>
          </a:xfrm>
          <a:prstGeom prst="rect">
            <a:avLst/>
          </a:prstGeom>
        </p:spPr>
      </p:pic>
    </p:spTree>
    <p:extLst>
      <p:ext uri="{BB962C8B-B14F-4D97-AF65-F5344CB8AC3E}">
        <p14:creationId xmlns:p14="http://schemas.microsoft.com/office/powerpoint/2010/main" val="4273801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9D09F1-F562-9E6B-2EF3-87FC4BF5BFDF}"/>
              </a:ext>
            </a:extLst>
          </p:cNvPr>
          <p:cNvSpPr>
            <a:spLocks noGrp="1"/>
          </p:cNvSpPr>
          <p:nvPr>
            <p:ph type="body" sz="quarter" idx="12"/>
          </p:nvPr>
        </p:nvSpPr>
        <p:spPr/>
        <p:txBody>
          <a:bodyPr/>
          <a:lstStyle/>
          <a:p>
            <a:r>
              <a:rPr lang="en-US" dirty="0"/>
              <a:t>Measured Productivity Improvement</a:t>
            </a:r>
          </a:p>
          <a:p>
            <a:endParaRPr lang="en-US" dirty="0"/>
          </a:p>
        </p:txBody>
      </p:sp>
      <p:sp>
        <p:nvSpPr>
          <p:cNvPr id="3" name="Footer Placeholder 2">
            <a:extLst>
              <a:ext uri="{FF2B5EF4-FFF2-40B4-BE49-F238E27FC236}">
                <a16:creationId xmlns:a16="http://schemas.microsoft.com/office/drawing/2014/main" id="{A4CF3DB3-9275-83B0-CB4D-C2F1FD845AC2}"/>
              </a:ext>
            </a:extLst>
          </p:cNvPr>
          <p:cNvSpPr>
            <a:spLocks noGrp="1"/>
          </p:cNvSpPr>
          <p:nvPr>
            <p:ph type="ftr" sz="quarter" idx="3"/>
          </p:nvPr>
        </p:nvSpPr>
        <p:spPr/>
        <p:txBody>
          <a:bodyPr/>
          <a:lstStyle/>
          <a:p>
            <a:r>
              <a:rPr lang="en-GB"/>
              <a:t>© 2019 AVEVA Group plc and its subsidiaries. All rights reserved.</a:t>
            </a:r>
            <a:endParaRPr lang="en-GB" dirty="0"/>
          </a:p>
        </p:txBody>
      </p:sp>
      <p:sp>
        <p:nvSpPr>
          <p:cNvPr id="21" name="TextBox 20">
            <a:extLst>
              <a:ext uri="{FF2B5EF4-FFF2-40B4-BE49-F238E27FC236}">
                <a16:creationId xmlns:a16="http://schemas.microsoft.com/office/drawing/2014/main" id="{8E8C9C56-6F9A-7B22-8C9A-84BD9E2FB216}"/>
              </a:ext>
            </a:extLst>
          </p:cNvPr>
          <p:cNvSpPr txBox="1"/>
          <p:nvPr/>
        </p:nvSpPr>
        <p:spPr>
          <a:xfrm>
            <a:off x="4517796" y="708378"/>
            <a:ext cx="6094428" cy="2308324"/>
          </a:xfrm>
          <a:prstGeom prst="rect">
            <a:avLst/>
          </a:prstGeom>
          <a:noFill/>
        </p:spPr>
        <p:txBody>
          <a:bodyPr wrap="square">
            <a:spAutoFit/>
          </a:bodyPr>
          <a:lstStyle/>
          <a:p>
            <a:pPr marL="285750" indent="-285750" fontAlgn="t">
              <a:lnSpc>
                <a:spcPct val="100000"/>
              </a:lnSpc>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Manually unblocking 5,935 files could take several hours. Using the File </a:t>
            </a:r>
            <a:r>
              <a:rPr lang="en-US" dirty="0" err="1">
                <a:solidFill>
                  <a:schemeClr val="tx2"/>
                </a:solidFill>
                <a:latin typeface="Calibri" panose="020F0502020204030204" pitchFamily="34" charset="0"/>
                <a:cs typeface="Calibri" panose="020F0502020204030204" pitchFamily="34" charset="0"/>
              </a:rPr>
              <a:t>Unblocker</a:t>
            </a:r>
            <a:r>
              <a:rPr lang="en-US" dirty="0">
                <a:solidFill>
                  <a:schemeClr val="tx2"/>
                </a:solidFill>
                <a:latin typeface="Calibri" panose="020F0502020204030204" pitchFamily="34" charset="0"/>
                <a:cs typeface="Calibri" panose="020F0502020204030204" pitchFamily="34" charset="0"/>
              </a:rPr>
              <a:t> Utility, the same task was completed automatically in just 14 seconds, achieving a 100% success rate and significantly reducing manual effort.</a:t>
            </a:r>
          </a:p>
          <a:p>
            <a:pPr lvl="1"/>
            <a:endParaRPr lang="en-US" b="1" dirty="0"/>
          </a:p>
          <a:p>
            <a:pPr lvl="1"/>
            <a:endParaRPr lang="en-US" dirty="0"/>
          </a:p>
          <a:p>
            <a:pPr marL="285750" indent="-285750">
              <a:buFont typeface="Arial" panose="020B0604020202020204" pitchFamily="34" charset="0"/>
              <a:buChar char="•"/>
            </a:pPr>
            <a:endParaRPr lang="en-US" dirty="0">
              <a:solidFill>
                <a:schemeClr val="tx2"/>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1800" dirty="0"/>
          </a:p>
        </p:txBody>
      </p:sp>
      <p:pic>
        <p:nvPicPr>
          <p:cNvPr id="23" name="Picture 22">
            <a:extLst>
              <a:ext uri="{FF2B5EF4-FFF2-40B4-BE49-F238E27FC236}">
                <a16:creationId xmlns:a16="http://schemas.microsoft.com/office/drawing/2014/main" id="{5FC795DC-4C43-8521-9CB7-B67C2C0D9450}"/>
              </a:ext>
            </a:extLst>
          </p:cNvPr>
          <p:cNvPicPr>
            <a:picLocks noChangeAspect="1"/>
          </p:cNvPicPr>
          <p:nvPr/>
        </p:nvPicPr>
        <p:blipFill>
          <a:blip r:embed="rId3"/>
          <a:stretch>
            <a:fillRect/>
          </a:stretch>
        </p:blipFill>
        <p:spPr>
          <a:xfrm>
            <a:off x="5911687" y="2035269"/>
            <a:ext cx="2800741" cy="3334215"/>
          </a:xfrm>
          <a:prstGeom prst="rect">
            <a:avLst/>
          </a:prstGeom>
        </p:spPr>
      </p:pic>
    </p:spTree>
    <p:extLst>
      <p:ext uri="{BB962C8B-B14F-4D97-AF65-F5344CB8AC3E}">
        <p14:creationId xmlns:p14="http://schemas.microsoft.com/office/powerpoint/2010/main" val="257454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D7B379-C732-48DF-BD31-C1ACEDFE9BDD}"/>
              </a:ext>
            </a:extLst>
          </p:cNvPr>
          <p:cNvSpPr>
            <a:spLocks noGrp="1"/>
          </p:cNvSpPr>
          <p:nvPr>
            <p:ph type="body" sz="quarter" idx="12"/>
          </p:nvPr>
        </p:nvSpPr>
        <p:spPr/>
        <p:txBody>
          <a:bodyPr/>
          <a:lstStyle/>
          <a:p>
            <a:r>
              <a:rPr lang="en-US" dirty="0"/>
              <a:t>Tool use</a:t>
            </a:r>
          </a:p>
        </p:txBody>
      </p:sp>
      <p:sp>
        <p:nvSpPr>
          <p:cNvPr id="3" name="Footer Placeholder 2">
            <a:extLst>
              <a:ext uri="{FF2B5EF4-FFF2-40B4-BE49-F238E27FC236}">
                <a16:creationId xmlns:a16="http://schemas.microsoft.com/office/drawing/2014/main" id="{2042CD94-50C6-48FA-A1C9-7506199A45DA}"/>
              </a:ext>
            </a:extLst>
          </p:cNvPr>
          <p:cNvSpPr>
            <a:spLocks noGrp="1"/>
          </p:cNvSpPr>
          <p:nvPr>
            <p:ph type="ftr" sz="quarter" idx="3"/>
          </p:nvPr>
        </p:nvSpPr>
        <p:spPr/>
        <p:txBody>
          <a:bodyPr/>
          <a:lstStyle/>
          <a:p>
            <a:r>
              <a:rPr lang="en-GB" dirty="0"/>
              <a:t>© 2019 AVEVA Group plc and its subsidiaries. All rights reserved.</a:t>
            </a:r>
          </a:p>
        </p:txBody>
      </p:sp>
      <p:sp>
        <p:nvSpPr>
          <p:cNvPr id="9" name="Text Placeholder 8">
            <a:extLst>
              <a:ext uri="{FF2B5EF4-FFF2-40B4-BE49-F238E27FC236}">
                <a16:creationId xmlns:a16="http://schemas.microsoft.com/office/drawing/2014/main" id="{01A43838-3998-4B85-BE94-89A7B84A3201}"/>
              </a:ext>
            </a:extLst>
          </p:cNvPr>
          <p:cNvSpPr>
            <a:spLocks noGrp="1"/>
          </p:cNvSpPr>
          <p:nvPr>
            <p:ph type="body" sz="quarter" idx="34"/>
          </p:nvPr>
        </p:nvSpPr>
        <p:spPr>
          <a:xfrm>
            <a:off x="4484452" y="591525"/>
            <a:ext cx="6753309" cy="5960475"/>
          </a:xfrm>
        </p:spPr>
        <p:txBody>
          <a:bodyPr anchor="t"/>
          <a:lstStyle/>
          <a:p>
            <a:pPr marL="285750" lvl="0" indent="-285750">
              <a:buFont typeface="Arial" panose="020B0604020202020204" pitchFamily="34" charset="0"/>
              <a:buChar char="•"/>
            </a:pPr>
            <a:endParaRPr lang="en-US" sz="1800" dirty="0"/>
          </a:p>
          <a:p>
            <a:pPr marL="285750" lvl="0" indent="-285750">
              <a:buFont typeface="Arial" panose="020B0604020202020204" pitchFamily="34" charset="0"/>
              <a:buChar char="•"/>
            </a:pPr>
            <a:r>
              <a:rPr lang="en-US" sz="1800" dirty="0"/>
              <a:t>Select files or folders that need to be unblocked. </a:t>
            </a:r>
          </a:p>
          <a:p>
            <a:pPr marL="285750" lvl="0" indent="-285750">
              <a:buFont typeface="Arial" panose="020B0604020202020204" pitchFamily="34" charset="0"/>
              <a:buChar char="•"/>
            </a:pPr>
            <a:r>
              <a:rPr lang="en-US" sz="1800" dirty="0"/>
              <a:t>Scan subfolders automatically to find all blocked files. </a:t>
            </a:r>
          </a:p>
          <a:p>
            <a:pPr marL="285750" lvl="0" indent="-285750">
              <a:buFont typeface="Arial" panose="020B0604020202020204" pitchFamily="34" charset="0"/>
              <a:buChar char="•"/>
            </a:pPr>
            <a:r>
              <a:rPr lang="en-US" sz="1800" dirty="0"/>
              <a:t>Unblock multiple files in bulk with a single click. </a:t>
            </a:r>
          </a:p>
          <a:p>
            <a:pPr marL="285750" lvl="0" indent="-285750">
              <a:buFont typeface="Arial" panose="020B0604020202020204" pitchFamily="34" charset="0"/>
              <a:buChar char="•"/>
            </a:pPr>
            <a:r>
              <a:rPr lang="en-US" sz="1800" dirty="0"/>
              <a:t>Scan ZIP files and process supported files within them. </a:t>
            </a:r>
          </a:p>
          <a:p>
            <a:pPr marL="285750" lvl="0" indent="-285750">
              <a:buFont typeface="Arial" panose="020B0604020202020204" pitchFamily="34" charset="0"/>
              <a:buChar char="•"/>
            </a:pPr>
            <a:r>
              <a:rPr lang="en-US" sz="1800" dirty="0"/>
              <a:t>View real-time progress while files are being processed. </a:t>
            </a:r>
          </a:p>
          <a:p>
            <a:pPr marL="285750" lvl="0" indent="-285750">
              <a:buFont typeface="Arial" panose="020B0604020202020204" pitchFamily="34" charset="0"/>
              <a:buChar char="•"/>
            </a:pPr>
            <a:r>
              <a:rPr lang="en-US" sz="1800" dirty="0"/>
              <a:t>Review results with scanned, unblocked, already-clear, and failed file counts. </a:t>
            </a:r>
          </a:p>
          <a:p>
            <a:pPr marL="285750" lvl="0" indent="-285750">
              <a:buFont typeface="Arial" panose="020B0604020202020204" pitchFamily="34" charset="0"/>
              <a:buChar char="•"/>
            </a:pPr>
            <a:r>
              <a:rPr lang="en-US" sz="1800" dirty="0"/>
              <a:t>Save or copy results for further validation and tracking.</a:t>
            </a:r>
          </a:p>
        </p:txBody>
      </p:sp>
    </p:spTree>
    <p:extLst>
      <p:ext uri="{BB962C8B-B14F-4D97-AF65-F5344CB8AC3E}">
        <p14:creationId xmlns:p14="http://schemas.microsoft.com/office/powerpoint/2010/main" val="295148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D7B379-C732-48DF-BD31-C1ACEDFE9BDD}"/>
              </a:ext>
            </a:extLst>
          </p:cNvPr>
          <p:cNvSpPr>
            <a:spLocks noGrp="1"/>
          </p:cNvSpPr>
          <p:nvPr>
            <p:ph type="body" sz="quarter" idx="12"/>
          </p:nvPr>
        </p:nvSpPr>
        <p:spPr/>
        <p:txBody>
          <a:bodyPr/>
          <a:lstStyle/>
          <a:p>
            <a:r>
              <a:rPr lang="en-US" dirty="0"/>
              <a:t>Benefits/</a:t>
            </a:r>
          </a:p>
          <a:p>
            <a:r>
              <a:rPr lang="en-US" dirty="0"/>
              <a:t>Advantages</a:t>
            </a:r>
          </a:p>
        </p:txBody>
      </p:sp>
      <p:sp>
        <p:nvSpPr>
          <p:cNvPr id="3" name="Footer Placeholder 2">
            <a:extLst>
              <a:ext uri="{FF2B5EF4-FFF2-40B4-BE49-F238E27FC236}">
                <a16:creationId xmlns:a16="http://schemas.microsoft.com/office/drawing/2014/main" id="{2042CD94-50C6-48FA-A1C9-7506199A45DA}"/>
              </a:ext>
            </a:extLst>
          </p:cNvPr>
          <p:cNvSpPr>
            <a:spLocks noGrp="1"/>
          </p:cNvSpPr>
          <p:nvPr>
            <p:ph type="ftr" sz="quarter" idx="3"/>
          </p:nvPr>
        </p:nvSpPr>
        <p:spPr/>
        <p:txBody>
          <a:bodyPr/>
          <a:lstStyle/>
          <a:p>
            <a:r>
              <a:rPr lang="en-GB" dirty="0"/>
              <a:t>© 2019 AVEVA Group plc and its subsidiaries. All rights reserved.</a:t>
            </a:r>
          </a:p>
        </p:txBody>
      </p:sp>
      <p:sp>
        <p:nvSpPr>
          <p:cNvPr id="9" name="Text Placeholder 8">
            <a:extLst>
              <a:ext uri="{FF2B5EF4-FFF2-40B4-BE49-F238E27FC236}">
                <a16:creationId xmlns:a16="http://schemas.microsoft.com/office/drawing/2014/main" id="{01A43838-3998-4B85-BE94-89A7B84A3201}"/>
              </a:ext>
            </a:extLst>
          </p:cNvPr>
          <p:cNvSpPr>
            <a:spLocks noGrp="1"/>
          </p:cNvSpPr>
          <p:nvPr>
            <p:ph type="body" sz="quarter" idx="34"/>
          </p:nvPr>
        </p:nvSpPr>
        <p:spPr>
          <a:xfrm>
            <a:off x="4311745" y="821007"/>
            <a:ext cx="6753309" cy="5029200"/>
          </a:xfrm>
        </p:spPr>
        <p:txBody>
          <a:bodyPr anchor="t"/>
          <a:lstStyle/>
          <a:p>
            <a:pPr marL="285750" indent="-285750">
              <a:buFont typeface="Arial" panose="020B0604020202020204" pitchFamily="34" charset="0"/>
              <a:buChar char="•"/>
            </a:pPr>
            <a:r>
              <a:rPr lang="en-US" sz="1800" b="1" dirty="0"/>
              <a:t>Saves Time: </a:t>
            </a:r>
            <a:r>
              <a:rPr lang="en-US" sz="1800" dirty="0"/>
              <a:t>Unblocks multiple files in bulk instead of manually unblocking each file. </a:t>
            </a:r>
          </a:p>
          <a:p>
            <a:pPr marL="285750" indent="-285750">
              <a:buFont typeface="Arial" panose="020B0604020202020204" pitchFamily="34" charset="0"/>
              <a:buChar char="•"/>
            </a:pPr>
            <a:r>
              <a:rPr lang="en-US" sz="1800" b="1" dirty="0"/>
              <a:t>Easy to Use: </a:t>
            </a:r>
            <a:r>
              <a:rPr lang="en-US" sz="1800" dirty="0"/>
              <a:t>Simple UI allows users to select files or folders and start unblocking with one click. </a:t>
            </a:r>
          </a:p>
          <a:p>
            <a:pPr marL="285750" indent="-285750">
              <a:buFont typeface="Arial" panose="020B0604020202020204" pitchFamily="34" charset="0"/>
              <a:buChar char="•"/>
            </a:pPr>
            <a:r>
              <a:rPr lang="en-US" sz="1800" b="1" dirty="0"/>
              <a:t>Handles Large Volumes: </a:t>
            </a:r>
            <a:r>
              <a:rPr lang="en-US" sz="1800" dirty="0"/>
              <a:t>Processes thousands of files quickly and efficiently. </a:t>
            </a:r>
          </a:p>
          <a:p>
            <a:pPr marL="285750" indent="-285750">
              <a:buFont typeface="Arial" panose="020B0604020202020204" pitchFamily="34" charset="0"/>
              <a:buChar char="•"/>
            </a:pPr>
            <a:r>
              <a:rPr lang="en-US" sz="1800" b="1" dirty="0"/>
              <a:t>Complete Coverage: </a:t>
            </a:r>
            <a:r>
              <a:rPr lang="en-US" sz="1800" dirty="0"/>
              <a:t>Supports subfolders to ensure all applicable files are processed. </a:t>
            </a:r>
          </a:p>
          <a:p>
            <a:pPr marL="285750" indent="-285750">
              <a:buFont typeface="Arial" panose="020B0604020202020204" pitchFamily="34" charset="0"/>
              <a:buChar char="•"/>
            </a:pPr>
            <a:r>
              <a:rPr lang="en-US" sz="1800" b="1" dirty="0"/>
              <a:t>Improves Productivity: </a:t>
            </a:r>
            <a:r>
              <a:rPr lang="en-US" sz="1800" dirty="0"/>
              <a:t>Reduces repetitive manual effort during setup and validation activities. </a:t>
            </a:r>
          </a:p>
          <a:p>
            <a:pPr marL="285750" indent="-285750">
              <a:buFont typeface="Arial" panose="020B0604020202020204" pitchFamily="34" charset="0"/>
              <a:buChar char="•"/>
            </a:pPr>
            <a:r>
              <a:rPr lang="en-US" sz="1800" b="1" dirty="0"/>
              <a:t>Clear Results: </a:t>
            </a:r>
            <a:r>
              <a:rPr lang="en-US" sz="1800" dirty="0"/>
              <a:t>Provides a summary of successfully unblocked, already-clear, and failed files. </a:t>
            </a:r>
          </a:p>
          <a:p>
            <a:pPr marL="285750" indent="-285750">
              <a:buFont typeface="Arial" panose="020B0604020202020204" pitchFamily="34" charset="0"/>
              <a:buChar char="•"/>
            </a:pPr>
            <a:r>
              <a:rPr lang="en-US" sz="1800" b="1" dirty="0"/>
              <a:t>Flexible Usage: Supports </a:t>
            </a:r>
            <a:r>
              <a:rPr lang="en-US" sz="1800" dirty="0"/>
              <a:t>both individual files and complete folders, including ZIP file scanning.</a:t>
            </a:r>
          </a:p>
          <a:p>
            <a:pPr marL="342900" indent="-342900">
              <a:buFont typeface="Arial" panose="020B0604020202020204" pitchFamily="34" charset="0"/>
              <a:buChar char="•"/>
            </a:pPr>
            <a:endParaRPr lang="en-US" sz="1800" dirty="0"/>
          </a:p>
        </p:txBody>
      </p:sp>
    </p:spTree>
    <p:extLst>
      <p:ext uri="{BB962C8B-B14F-4D97-AF65-F5344CB8AC3E}">
        <p14:creationId xmlns:p14="http://schemas.microsoft.com/office/powerpoint/2010/main" val="652950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8B42E39-84CC-4D55-9D02-9525548DBC5F}"/>
              </a:ext>
            </a:extLst>
          </p:cNvPr>
          <p:cNvSpPr>
            <a:spLocks noGrp="1"/>
          </p:cNvSpPr>
          <p:nvPr>
            <p:ph type="body" sz="quarter" idx="12"/>
          </p:nvPr>
        </p:nvSpPr>
        <p:spPr>
          <a:xfrm>
            <a:off x="503999" y="953659"/>
            <a:ext cx="11184002" cy="2634343"/>
          </a:xfrm>
        </p:spPr>
        <p:txBody>
          <a:bodyPr/>
          <a:lstStyle/>
          <a:p>
            <a:r>
              <a:rPr lang="en-IN" dirty="0"/>
              <a:t>Demo</a:t>
            </a:r>
            <a:endParaRPr lang="en-GB" sz="3200" dirty="0">
              <a:solidFill>
                <a:srgbClr val="C00000"/>
              </a:solidFill>
            </a:endParaRPr>
          </a:p>
        </p:txBody>
      </p:sp>
      <p:sp>
        <p:nvSpPr>
          <p:cNvPr id="5" name="Footer Placeholder 4">
            <a:extLst>
              <a:ext uri="{FF2B5EF4-FFF2-40B4-BE49-F238E27FC236}">
                <a16:creationId xmlns:a16="http://schemas.microsoft.com/office/drawing/2014/main" id="{B8CEFC55-7D5D-4A18-BAEE-576F35DBE5A9}"/>
              </a:ext>
            </a:extLst>
          </p:cNvPr>
          <p:cNvSpPr>
            <a:spLocks noGrp="1"/>
          </p:cNvSpPr>
          <p:nvPr>
            <p:ph type="ftr" sz="quarter" idx="3"/>
          </p:nvPr>
        </p:nvSpPr>
        <p:spPr/>
        <p:txBody>
          <a:bodyPr/>
          <a:lstStyle/>
          <a:p>
            <a:r>
              <a:rPr lang="en-GB" dirty="0"/>
              <a:t>© 2019 AVEVA Solutions Limited and its subsidiaries. All rights reserved.</a:t>
            </a:r>
          </a:p>
        </p:txBody>
      </p:sp>
      <p:sp>
        <p:nvSpPr>
          <p:cNvPr id="34" name="Text Placeholder 33">
            <a:extLst>
              <a:ext uri="{FF2B5EF4-FFF2-40B4-BE49-F238E27FC236}">
                <a16:creationId xmlns:a16="http://schemas.microsoft.com/office/drawing/2014/main" id="{7CC344B2-BE4B-47F3-8E97-37605118E335}"/>
              </a:ext>
            </a:extLst>
          </p:cNvPr>
          <p:cNvSpPr>
            <a:spLocks noGrp="1"/>
          </p:cNvSpPr>
          <p:nvPr>
            <p:ph type="body" sz="quarter" idx="19"/>
          </p:nvPr>
        </p:nvSpPr>
        <p:spPr>
          <a:xfrm>
            <a:off x="503999" y="5163217"/>
            <a:ext cx="8686800" cy="289438"/>
          </a:xfrm>
        </p:spPr>
        <p:txBody>
          <a:bodyPr/>
          <a:lstStyle/>
          <a:p>
            <a:r>
              <a:rPr lang="en-GB" dirty="0"/>
              <a:t>August 2026</a:t>
            </a:r>
          </a:p>
        </p:txBody>
      </p:sp>
    </p:spTree>
    <p:extLst>
      <p:ext uri="{BB962C8B-B14F-4D97-AF65-F5344CB8AC3E}">
        <p14:creationId xmlns:p14="http://schemas.microsoft.com/office/powerpoint/2010/main" val="2350252332"/>
      </p:ext>
    </p:extLst>
  </p:cSld>
  <p:clrMapOvr>
    <a:masterClrMapping/>
  </p:clrMapOvr>
</p:sld>
</file>

<file path=ppt/theme/theme1.xml><?xml version="1.0" encoding="utf-8"?>
<a:theme xmlns:a="http://schemas.openxmlformats.org/drawingml/2006/main" name="AVEVA Light Content Slides">
  <a:themeElements>
    <a:clrScheme name="Custom 7">
      <a:dk1>
        <a:srgbClr val="000000"/>
      </a:dk1>
      <a:lt1>
        <a:sysClr val="window" lastClr="FFFFFF"/>
      </a:lt1>
      <a:dk2>
        <a:srgbClr val="3D1152"/>
      </a:dk2>
      <a:lt2>
        <a:srgbClr val="FFFFFF"/>
      </a:lt2>
      <a:accent1>
        <a:srgbClr val="6B04A8"/>
      </a:accent1>
      <a:accent2>
        <a:srgbClr val="3F3F3F"/>
      </a:accent2>
      <a:accent3>
        <a:srgbClr val="F70656"/>
      </a:accent3>
      <a:accent4>
        <a:srgbClr val="AAAAAA"/>
      </a:accent4>
      <a:accent5>
        <a:srgbClr val="FFBC00"/>
      </a:accent5>
      <a:accent6>
        <a:srgbClr val="C530FF"/>
      </a:accent6>
      <a:hlink>
        <a:srgbClr val="069BFA"/>
      </a:hlink>
      <a:folHlink>
        <a:srgbClr val="01327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VEVA_Internal_Jan2019 v1.pptx" id="{291CFD9D-3741-4A46-B547-C5FE45AED80B}" vid="{DED48110-D7EE-4396-A26E-B4E7ED636F61}"/>
    </a:ext>
  </a:extLst>
</a:theme>
</file>

<file path=ppt/theme/theme2.xml><?xml version="1.0" encoding="utf-8"?>
<a:theme xmlns:a="http://schemas.openxmlformats.org/drawingml/2006/main" name="AVEVA Cover &amp; Divider Slides">
  <a:themeElements>
    <a:clrScheme name="AVEVA - Covers &amp; Dividers">
      <a:dk1>
        <a:srgbClr val="000000"/>
      </a:dk1>
      <a:lt1>
        <a:sysClr val="window" lastClr="FFFFFF"/>
      </a:lt1>
      <a:dk2>
        <a:srgbClr val="3D1152"/>
      </a:dk2>
      <a:lt2>
        <a:srgbClr val="FFFFFF"/>
      </a:lt2>
      <a:accent1>
        <a:srgbClr val="6B04A8"/>
      </a:accent1>
      <a:accent2>
        <a:srgbClr val="AAAAAA"/>
      </a:accent2>
      <a:accent3>
        <a:srgbClr val="F70656"/>
      </a:accent3>
      <a:accent4>
        <a:srgbClr val="3F3F3F"/>
      </a:accent4>
      <a:accent5>
        <a:srgbClr val="FFBC00"/>
      </a:accent5>
      <a:accent6>
        <a:srgbClr val="C530FF"/>
      </a:accent6>
      <a:hlink>
        <a:srgbClr val="069BFA"/>
      </a:hlink>
      <a:folHlink>
        <a:srgbClr val="01327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VEVA_Internal_Jan2019 v1.pptx" id="{291CFD9D-3741-4A46-B547-C5FE45AED80B}" vid="{D7BDCE55-92A9-41A8-8E69-BBB5C7918079}"/>
    </a:ext>
  </a:extLst>
</a:theme>
</file>

<file path=ppt/theme/theme3.xml><?xml version="1.0" encoding="utf-8"?>
<a:theme xmlns:a="http://schemas.openxmlformats.org/drawingml/2006/main" name="AVEVA Dark Content Slides">
  <a:themeElements>
    <a:clrScheme name="AVEVA - Covers &amp; Dividers">
      <a:dk1>
        <a:srgbClr val="000000"/>
      </a:dk1>
      <a:lt1>
        <a:sysClr val="window" lastClr="FFFFFF"/>
      </a:lt1>
      <a:dk2>
        <a:srgbClr val="3D1152"/>
      </a:dk2>
      <a:lt2>
        <a:srgbClr val="FFFFFF"/>
      </a:lt2>
      <a:accent1>
        <a:srgbClr val="6B04A8"/>
      </a:accent1>
      <a:accent2>
        <a:srgbClr val="AAAAAA"/>
      </a:accent2>
      <a:accent3>
        <a:srgbClr val="F70656"/>
      </a:accent3>
      <a:accent4>
        <a:srgbClr val="3F3F3F"/>
      </a:accent4>
      <a:accent5>
        <a:srgbClr val="FFBC00"/>
      </a:accent5>
      <a:accent6>
        <a:srgbClr val="C530FF"/>
      </a:accent6>
      <a:hlink>
        <a:srgbClr val="069BFA"/>
      </a:hlink>
      <a:folHlink>
        <a:srgbClr val="01327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VEVA_Internal_Jan2019 v1.pptx" id="{291CFD9D-3741-4A46-B547-C5FE45AED80B}" vid="{2E11F53C-0956-421B-B1D9-CD05A90387D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dlc_DocId xmlns="db69e1ee-fb16-434a-982b-2539872ef64a">DOCC-803983139-4415</_dlc_DocId>
    <_dlc_DocIdUrl xmlns="db69e1ee-fb16-434a-982b-2539872ef64a">
      <Url>https://aveva.sharepoint.com/sites/DocumentCentre/_layouts/15/DocIdRedir.aspx?ID=DOCC-803983139-4415</Url>
      <Description>DOCC-803983139-4415</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54B3137AF91A47859DC17747C5EB47" ma:contentTypeVersion="4" ma:contentTypeDescription="Create a new document." ma:contentTypeScope="" ma:versionID="7a411bcaf402aa3bcbd9bf37edb6090e">
  <xsd:schema xmlns:xsd="http://www.w3.org/2001/XMLSchema" xmlns:xs="http://www.w3.org/2001/XMLSchema" xmlns:p="http://schemas.microsoft.com/office/2006/metadata/properties" xmlns:ns2="db69e1ee-fb16-434a-982b-2539872ef64a" xmlns:ns3="42f02ce9-432c-4ad6-a776-950ec43fbf14" targetNamespace="http://schemas.microsoft.com/office/2006/metadata/properties" ma:root="true" ma:fieldsID="0b730694cbcf82682ca80894e6477ba1" ns2:_="" ns3:_="">
    <xsd:import namespace="db69e1ee-fb16-434a-982b-2539872ef64a"/>
    <xsd:import namespace="42f02ce9-432c-4ad6-a776-950ec43fbf14"/>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69e1ee-fb16-434a-982b-2539872ef64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42f02ce9-432c-4ad6-a776-950ec43fbf1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16F4E2-6D0D-444B-9296-02B3E129F744}">
  <ds:schemaRefs>
    <ds:schemaRef ds:uri="http://schemas.microsoft.com/sharepoint/events"/>
  </ds:schemaRefs>
</ds:datastoreItem>
</file>

<file path=customXml/itemProps2.xml><?xml version="1.0" encoding="utf-8"?>
<ds:datastoreItem xmlns:ds="http://schemas.openxmlformats.org/officeDocument/2006/customXml" ds:itemID="{5E9FC680-7B26-4811-ADCD-546E7EB971C7}">
  <ds:schemaRefs>
    <ds:schemaRef ds:uri="http://purl.org/dc/elements/1.1/"/>
    <ds:schemaRef ds:uri="42f02ce9-432c-4ad6-a776-950ec43fbf14"/>
    <ds:schemaRef ds:uri="http://schemas.microsoft.com/office/2006/metadata/properties"/>
    <ds:schemaRef ds:uri="http://schemas.microsoft.com/office/2006/documentManagement/types"/>
    <ds:schemaRef ds:uri="http://purl.org/dc/terms/"/>
    <ds:schemaRef ds:uri="http://purl.org/dc/dcmitype/"/>
    <ds:schemaRef ds:uri="db69e1ee-fb16-434a-982b-2539872ef64a"/>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879139C-BBC6-45AF-9C63-09AE77BECE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69e1ee-fb16-434a-982b-2539872ef64a"/>
    <ds:schemaRef ds:uri="42f02ce9-432c-4ad6-a776-950ec43fbf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AD4E6E79-EE37-4B09-BFFA-F250CEC8D07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AVEVA_Internal_Jan2019 v1</Template>
  <TotalTime>32244</TotalTime>
  <Words>559</Words>
  <Application>Microsoft Office PowerPoint</Application>
  <PresentationFormat>Widescreen</PresentationFormat>
  <Paragraphs>64</Paragraphs>
  <Slides>8</Slides>
  <Notes>8</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8</vt:i4>
      </vt:variant>
    </vt:vector>
  </HeadingPairs>
  <TitlesOfParts>
    <vt:vector size="15" baseType="lpstr">
      <vt:lpstr>Arial</vt:lpstr>
      <vt:lpstr>Calibri</vt:lpstr>
      <vt:lpstr>Muli</vt:lpstr>
      <vt:lpstr>Wingdings</vt:lpstr>
      <vt:lpstr>AVEVA Light Content Slides</vt:lpstr>
      <vt:lpstr>AVEVA Cover &amp; Divider Slides</vt:lpstr>
      <vt:lpstr>AVEVA Dark 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Pramod Sangemkar</dc:creator>
  <dc:description>v3.2 Apr 2018</dc:description>
  <cp:lastModifiedBy>Satyasri Anumolu (EXT)</cp:lastModifiedBy>
  <cp:revision>180</cp:revision>
  <dcterms:created xsi:type="dcterms:W3CDTF">2019-04-03T10:54:46Z</dcterms:created>
  <dcterms:modified xsi:type="dcterms:W3CDTF">2026-09-09T15:07:42Z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0x0101002554B3137AF91A47859DC17747C5EB47</vt:lpwstr>
  </property>
  <property fmtid="{D5CDD505-2E9C-101B-9397-08002B2CF9AE}" pid="3" name="Project">
    <vt:lpwstr/>
  </property>
  <property fmtid="{D5CDD505-2E9C-101B-9397-08002B2CF9AE}" pid="4" name="Document Category">
    <vt:lpwstr>154;#Project Management|130e690f-522c-4baf-9721-c6478146af75</vt:lpwstr>
  </property>
  <property fmtid="{D5CDD505-2E9C-101B-9397-08002B2CF9AE}" pid="5" name="AuthorIds_UIVersion_4096">
    <vt:lpwstr>65</vt:lpwstr>
  </property>
  <property fmtid="{D5CDD505-2E9C-101B-9397-08002B2CF9AE}" pid="6" name="Function">
    <vt:lpwstr>318;#Product Development|fbf1647b-9919-4b9f-87cb-bf2e4ec272ab</vt:lpwstr>
  </property>
  <property fmtid="{D5CDD505-2E9C-101B-9397-08002B2CF9AE}" pid="7" name="Customer">
    <vt:lpwstr/>
  </property>
  <property fmtid="{D5CDD505-2E9C-101B-9397-08002B2CF9AE}" pid="8" name="_dlc_DocIdItemGuid">
    <vt:lpwstr>6ba985d1-c336-4142-8c35-26338b7d4bb1</vt:lpwstr>
  </property>
  <property fmtid="{D5CDD505-2E9C-101B-9397-08002B2CF9AE}" pid="9" name="Product Solution">
    <vt:lpwstr/>
  </property>
  <property fmtid="{D5CDD505-2E9C-101B-9397-08002B2CF9AE}" pid="10" name="Region">
    <vt:lpwstr/>
  </property>
  <property fmtid="{D5CDD505-2E9C-101B-9397-08002B2CF9AE}" pid="11" name="h6a7a551d35d477aa44276f70a212827">
    <vt:lpwstr/>
  </property>
  <property fmtid="{D5CDD505-2E9C-101B-9397-08002B2CF9AE}" pid="12" name="c124b3d694a84993900f3b28eb5006a4">
    <vt:lpwstr/>
  </property>
  <property fmtid="{D5CDD505-2E9C-101B-9397-08002B2CF9AE}" pid="13" name="o1c6f36628624015bd3afc61a66f4c6f">
    <vt:lpwstr/>
  </property>
  <property fmtid="{D5CDD505-2E9C-101B-9397-08002B2CF9AE}" pid="14" name="Legal Entity">
    <vt:lpwstr/>
  </property>
  <property fmtid="{D5CDD505-2E9C-101B-9397-08002B2CF9AE}" pid="15" name="Discipline">
    <vt:lpwstr/>
  </property>
  <property fmtid="{D5CDD505-2E9C-101B-9397-08002B2CF9AE}" pid="16" name="g6354426aa574e629b22348ddf7851af">
    <vt:lpwstr/>
  </property>
  <property fmtid="{D5CDD505-2E9C-101B-9397-08002B2CF9AE}" pid="17" name="AuthorIds_UIVersion_4608">
    <vt:lpwstr>65</vt:lpwstr>
  </property>
  <property fmtid="{D5CDD505-2E9C-101B-9397-08002B2CF9AE}" pid="18" name="AuthorIds_UIVersion_5120">
    <vt:lpwstr>455</vt:lpwstr>
  </property>
  <property fmtid="{D5CDD505-2E9C-101B-9397-08002B2CF9AE}" pid="19" name="AuthorIds_UIVersion_6656">
    <vt:lpwstr>65</vt:lpwstr>
  </property>
  <property fmtid="{D5CDD505-2E9C-101B-9397-08002B2CF9AE}" pid="20" name="AuthorIds_UIVersion_7168">
    <vt:lpwstr>65</vt:lpwstr>
  </property>
  <property fmtid="{D5CDD505-2E9C-101B-9397-08002B2CF9AE}" pid="21" name="AuthorIds_UIVersion_1024">
    <vt:lpwstr>2979</vt:lpwstr>
  </property>
  <property fmtid="{D5CDD505-2E9C-101B-9397-08002B2CF9AE}" pid="22" name="fe3c3952ad9a423a8cf0d9da6c7911b6">
    <vt:lpwstr>Product Development|fbf1647b-9919-4b9f-87cb-bf2e4ec272ab</vt:lpwstr>
  </property>
  <property fmtid="{D5CDD505-2E9C-101B-9397-08002B2CF9AE}" pid="23" name="h707370271cf4cd79937967913c90823">
    <vt:lpwstr/>
  </property>
  <property fmtid="{D5CDD505-2E9C-101B-9397-08002B2CF9AE}" pid="24" name="TaxCatchAll">
    <vt:lpwstr>154;#Project Management|130e690f-522c-4baf-9721-c6478146af75;#318;#Product Development|fbf1647b-9919-4b9f-87cb-bf2e4ec272ab</vt:lpwstr>
  </property>
  <property fmtid="{D5CDD505-2E9C-101B-9397-08002B2CF9AE}" pid="25" name="g3b29e2835804ac6b997bf666090848e">
    <vt:lpwstr/>
  </property>
  <property fmtid="{D5CDD505-2E9C-101B-9397-08002B2CF9AE}" pid="26" name="ae164dfe9edc4ffbade595de9982dee4">
    <vt:lpwstr>Project Management|130e690f-522c-4baf-9721-c6478146af75</vt:lpwstr>
  </property>
  <property fmtid="{D5CDD505-2E9C-101B-9397-08002B2CF9AE}" pid="27" name="MSIP_Label_9c8cda11-b0e0-4a5f-b13e-64e9de363f52_Enabled">
    <vt:lpwstr>true</vt:lpwstr>
  </property>
  <property fmtid="{D5CDD505-2E9C-101B-9397-08002B2CF9AE}" pid="28" name="MSIP_Label_9c8cda11-b0e0-4a5f-b13e-64e9de363f52_SetDate">
    <vt:lpwstr>2026-02-09T07:12:55Z</vt:lpwstr>
  </property>
  <property fmtid="{D5CDD505-2E9C-101B-9397-08002B2CF9AE}" pid="29" name="MSIP_Label_9c8cda11-b0e0-4a5f-b13e-64e9de363f52_Method">
    <vt:lpwstr>Standard</vt:lpwstr>
  </property>
  <property fmtid="{D5CDD505-2E9C-101B-9397-08002B2CF9AE}" pid="30" name="MSIP_Label_9c8cda11-b0e0-4a5f-b13e-64e9de363f52_Name">
    <vt:lpwstr>Internal Only</vt:lpwstr>
  </property>
  <property fmtid="{D5CDD505-2E9C-101B-9397-08002B2CF9AE}" pid="31" name="MSIP_Label_9c8cda11-b0e0-4a5f-b13e-64e9de363f52_SiteId">
    <vt:lpwstr>425a5546-5a6e-4f1b-ab62-23d91d07d893</vt:lpwstr>
  </property>
  <property fmtid="{D5CDD505-2E9C-101B-9397-08002B2CF9AE}" pid="32" name="MSIP_Label_9c8cda11-b0e0-4a5f-b13e-64e9de363f52_ActionId">
    <vt:lpwstr>712ce88e-219b-46da-874e-374349f78813</vt:lpwstr>
  </property>
  <property fmtid="{D5CDD505-2E9C-101B-9397-08002B2CF9AE}" pid="33" name="MSIP_Label_9c8cda11-b0e0-4a5f-b13e-64e9de363f52_ContentBits">
    <vt:lpwstr>0</vt:lpwstr>
  </property>
  <property fmtid="{D5CDD505-2E9C-101B-9397-08002B2CF9AE}" pid="34" name="MSIP_Label_9c8cda11-b0e0-4a5f-b13e-64e9de363f52_Tag">
    <vt:lpwstr>10, 3, 0, 1</vt:lpwstr>
  </property>
</Properties>
</file>